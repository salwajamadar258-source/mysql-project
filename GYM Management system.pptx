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82" r:id="rId17"/>
    <p:sldId id="283" r:id="rId18"/>
    <p:sldId id="284" r:id="rId19"/>
    <p:sldId id="285" r:id="rId20"/>
    <p:sldId id="270" r:id="rId21"/>
    <p:sldId id="274" r:id="rId22"/>
    <p:sldId id="275" r:id="rId23"/>
    <p:sldId id="276" r:id="rId24"/>
    <p:sldId id="277" r:id="rId25"/>
    <p:sldId id="278" r:id="rId26"/>
    <p:sldId id="271" r:id="rId27"/>
    <p:sldId id="279" r:id="rId28"/>
    <p:sldId id="280" r:id="rId29"/>
    <p:sldId id="281" r:id="rId30"/>
    <p:sldId id="272"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65CA50-8482-42B9-8F43-2BD143C981A0}">
          <p14:sldIdLst>
            <p14:sldId id="256"/>
            <p14:sldId id="257"/>
            <p14:sldId id="258"/>
            <p14:sldId id="259"/>
            <p14:sldId id="260"/>
            <p14:sldId id="261"/>
            <p14:sldId id="262"/>
            <p14:sldId id="263"/>
            <p14:sldId id="264"/>
            <p14:sldId id="265"/>
            <p14:sldId id="266"/>
            <p14:sldId id="267"/>
            <p14:sldId id="268"/>
            <p14:sldId id="269"/>
            <p14:sldId id="273"/>
            <p14:sldId id="282"/>
            <p14:sldId id="283"/>
            <p14:sldId id="284"/>
            <p14:sldId id="285"/>
            <p14:sldId id="270"/>
            <p14:sldId id="274"/>
            <p14:sldId id="275"/>
            <p14:sldId id="276"/>
            <p14:sldId id="277"/>
            <p14:sldId id="278"/>
            <p14:sldId id="271"/>
            <p14:sldId id="279"/>
            <p14:sldId id="280"/>
            <p14:sldId id="281"/>
            <p14:sldId id="272"/>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28F23-7FF2-4D04-8B99-C3CA6CFA4466}" v="87" dt="2026-08-05T10:51:46.9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wa.j005@hotmail.com" userId="5809329472305033" providerId="LiveId" clId="{7EBACC9B-A95A-4D7E-B6C1-2308863C7D66}"/>
    <pc:docChg chg="undo custSel addSld delSld modSld sldOrd modSection">
      <pc:chgData name="salwa.j005@hotmail.com" userId="5809329472305033" providerId="LiveId" clId="{7EBACC9B-A95A-4D7E-B6C1-2308863C7D66}" dt="2026-08-05T11:08:59.065" v="2919" actId="20577"/>
      <pc:docMkLst>
        <pc:docMk/>
      </pc:docMkLst>
      <pc:sldChg chg="modSp mod">
        <pc:chgData name="salwa.j005@hotmail.com" userId="5809329472305033" providerId="LiveId" clId="{7EBACC9B-A95A-4D7E-B6C1-2308863C7D66}" dt="2026-08-05T11:08:36.200" v="2915" actId="207"/>
        <pc:sldMkLst>
          <pc:docMk/>
          <pc:sldMk cId="963709695" sldId="256"/>
        </pc:sldMkLst>
        <pc:spChg chg="mod">
          <ac:chgData name="salwa.j005@hotmail.com" userId="5809329472305033" providerId="LiveId" clId="{7EBACC9B-A95A-4D7E-B6C1-2308863C7D66}" dt="2026-08-05T11:08:36.200" v="2915" actId="207"/>
          <ac:spMkLst>
            <pc:docMk/>
            <pc:sldMk cId="963709695" sldId="256"/>
            <ac:spMk id="2" creationId="{BD4D87CA-89B4-E394-A72C-20729FC00346}"/>
          </ac:spMkLst>
        </pc:spChg>
      </pc:sldChg>
      <pc:sldChg chg="addSp delSp modSp mod">
        <pc:chgData name="salwa.j005@hotmail.com" userId="5809329472305033" providerId="LiveId" clId="{7EBACC9B-A95A-4D7E-B6C1-2308863C7D66}" dt="2026-08-05T11:08:59.065" v="2919" actId="20577"/>
        <pc:sldMkLst>
          <pc:docMk/>
          <pc:sldMk cId="1341871656" sldId="257"/>
        </pc:sldMkLst>
        <pc:spChg chg="mod">
          <ac:chgData name="salwa.j005@hotmail.com" userId="5809329472305033" providerId="LiveId" clId="{7EBACC9B-A95A-4D7E-B6C1-2308863C7D66}" dt="2026-08-05T11:08:46.355" v="2917" actId="207"/>
          <ac:spMkLst>
            <pc:docMk/>
            <pc:sldMk cId="1341871656" sldId="257"/>
            <ac:spMk id="4" creationId="{73DAC35E-3C14-9EAF-ACA6-B334211C05E2}"/>
          </ac:spMkLst>
        </pc:spChg>
        <pc:spChg chg="mod">
          <ac:chgData name="salwa.j005@hotmail.com" userId="5809329472305033" providerId="LiveId" clId="{7EBACC9B-A95A-4D7E-B6C1-2308863C7D66}" dt="2026-08-05T11:08:59.065" v="2919" actId="20577"/>
          <ac:spMkLst>
            <pc:docMk/>
            <pc:sldMk cId="1341871656" sldId="257"/>
            <ac:spMk id="6" creationId="{D0524375-A021-7D3C-D482-5F52AD4E3122}"/>
          </ac:spMkLst>
        </pc:spChg>
        <pc:picChg chg="add mod ord">
          <ac:chgData name="salwa.j005@hotmail.com" userId="5809329472305033" providerId="LiveId" clId="{7EBACC9B-A95A-4D7E-B6C1-2308863C7D66}" dt="2026-07-19T07:02:01.119" v="694" actId="14100"/>
          <ac:picMkLst>
            <pc:docMk/>
            <pc:sldMk cId="1341871656" sldId="257"/>
            <ac:picMk id="7" creationId="{E8BC7C56-B800-47AD-6551-77671206D33B}"/>
          </ac:picMkLst>
        </pc:picChg>
      </pc:sldChg>
      <pc:sldChg chg="modSp mod">
        <pc:chgData name="salwa.j005@hotmail.com" userId="5809329472305033" providerId="LiveId" clId="{7EBACC9B-A95A-4D7E-B6C1-2308863C7D66}" dt="2026-08-05T10:59:31.278" v="2841" actId="207"/>
        <pc:sldMkLst>
          <pc:docMk/>
          <pc:sldMk cId="4283801191" sldId="258"/>
        </pc:sldMkLst>
        <pc:spChg chg="mod">
          <ac:chgData name="salwa.j005@hotmail.com" userId="5809329472305033" providerId="LiveId" clId="{7EBACC9B-A95A-4D7E-B6C1-2308863C7D66}" dt="2026-08-05T10:59:31.278" v="2841" actId="207"/>
          <ac:spMkLst>
            <pc:docMk/>
            <pc:sldMk cId="4283801191" sldId="258"/>
            <ac:spMk id="2" creationId="{C54742F3-6CA3-64E4-13A4-4E834A0EC53D}"/>
          </ac:spMkLst>
        </pc:spChg>
      </pc:sldChg>
      <pc:sldChg chg="addSp modSp mod">
        <pc:chgData name="salwa.j005@hotmail.com" userId="5809329472305033" providerId="LiveId" clId="{7EBACC9B-A95A-4D7E-B6C1-2308863C7D66}" dt="2026-08-05T11:03:55.616" v="2872" actId="255"/>
        <pc:sldMkLst>
          <pc:docMk/>
          <pc:sldMk cId="3635553409" sldId="259"/>
        </pc:sldMkLst>
        <pc:spChg chg="mod">
          <ac:chgData name="salwa.j005@hotmail.com" userId="5809329472305033" providerId="LiveId" clId="{7EBACC9B-A95A-4D7E-B6C1-2308863C7D66}" dt="2026-08-05T10:59:55.365" v="2846" actId="207"/>
          <ac:spMkLst>
            <pc:docMk/>
            <pc:sldMk cId="3635553409" sldId="259"/>
            <ac:spMk id="2" creationId="{36DADBA0-DA29-19E5-544E-0396817FE24A}"/>
          </ac:spMkLst>
        </pc:spChg>
        <pc:spChg chg="mod">
          <ac:chgData name="salwa.j005@hotmail.com" userId="5809329472305033" providerId="LiveId" clId="{7EBACC9B-A95A-4D7E-B6C1-2308863C7D66}" dt="2026-08-05T11:00:16.279" v="2851" actId="113"/>
          <ac:spMkLst>
            <pc:docMk/>
            <pc:sldMk cId="3635553409" sldId="259"/>
            <ac:spMk id="4" creationId="{8C7E9A2C-9734-C866-4A6E-EAAC0917A6C8}"/>
          </ac:spMkLst>
        </pc:spChg>
        <pc:spChg chg="mod">
          <ac:chgData name="salwa.j005@hotmail.com" userId="5809329472305033" providerId="LiveId" clId="{7EBACC9B-A95A-4D7E-B6C1-2308863C7D66}" dt="2026-08-05T11:03:55.616" v="2872" actId="255"/>
          <ac:spMkLst>
            <pc:docMk/>
            <pc:sldMk cId="3635553409" sldId="259"/>
            <ac:spMk id="7" creationId="{DE43CE65-7122-FCB0-D966-113818413EF0}"/>
          </ac:spMkLst>
        </pc:spChg>
        <pc:picChg chg="add mod">
          <ac:chgData name="salwa.j005@hotmail.com" userId="5809329472305033" providerId="LiveId" clId="{7EBACC9B-A95A-4D7E-B6C1-2308863C7D66}" dt="2026-07-20T19:37:02.083" v="930" actId="1076"/>
          <ac:picMkLst>
            <pc:docMk/>
            <pc:sldMk cId="3635553409" sldId="259"/>
            <ac:picMk id="5" creationId="{80151372-81D4-206B-2E53-F3628B640DBD}"/>
          </ac:picMkLst>
        </pc:picChg>
        <pc:picChg chg="mod">
          <ac:chgData name="salwa.j005@hotmail.com" userId="5809329472305033" providerId="LiveId" clId="{7EBACC9B-A95A-4D7E-B6C1-2308863C7D66}" dt="2026-07-20T19:35:21.102" v="925" actId="1076"/>
          <ac:picMkLst>
            <pc:docMk/>
            <pc:sldMk cId="3635553409" sldId="259"/>
            <ac:picMk id="6" creationId="{B39AD508-35D6-F4C3-E78B-823F870F7B41}"/>
          </ac:picMkLst>
        </pc:picChg>
      </pc:sldChg>
      <pc:sldChg chg="addSp modSp mod">
        <pc:chgData name="salwa.j005@hotmail.com" userId="5809329472305033" providerId="LiveId" clId="{7EBACC9B-A95A-4D7E-B6C1-2308863C7D66}" dt="2026-08-05T11:03:42.598" v="2871" actId="255"/>
        <pc:sldMkLst>
          <pc:docMk/>
          <pc:sldMk cId="2616845151" sldId="260"/>
        </pc:sldMkLst>
        <pc:spChg chg="mod">
          <ac:chgData name="salwa.j005@hotmail.com" userId="5809329472305033" providerId="LiveId" clId="{7EBACC9B-A95A-4D7E-B6C1-2308863C7D66}" dt="2026-08-05T11:03:42.598" v="2871" actId="255"/>
          <ac:spMkLst>
            <pc:docMk/>
            <pc:sldMk cId="2616845151" sldId="260"/>
            <ac:spMk id="5" creationId="{01119E39-2047-A4A1-D942-4F9D0A446715}"/>
          </ac:spMkLst>
        </pc:spChg>
        <pc:spChg chg="mod">
          <ac:chgData name="salwa.j005@hotmail.com" userId="5809329472305033" providerId="LiveId" clId="{7EBACC9B-A95A-4D7E-B6C1-2308863C7D66}" dt="2026-08-05T11:01:21.870" v="2858" actId="113"/>
          <ac:spMkLst>
            <pc:docMk/>
            <pc:sldMk cId="2616845151" sldId="260"/>
            <ac:spMk id="7" creationId="{F7D479A7-0DDC-2DFD-5EBF-3D19B06E202A}"/>
          </ac:spMkLst>
        </pc:spChg>
        <pc:picChg chg="add mod">
          <ac:chgData name="salwa.j005@hotmail.com" userId="5809329472305033" providerId="LiveId" clId="{7EBACC9B-A95A-4D7E-B6C1-2308863C7D66}" dt="2026-07-20T19:38:19.332" v="935" actId="1076"/>
          <ac:picMkLst>
            <pc:docMk/>
            <pc:sldMk cId="2616845151" sldId="260"/>
            <ac:picMk id="3" creationId="{1929924F-94F1-2FE0-1525-147169E2A4F5}"/>
          </ac:picMkLst>
        </pc:picChg>
        <pc:picChg chg="mod">
          <ac:chgData name="salwa.j005@hotmail.com" userId="5809329472305033" providerId="LiveId" clId="{7EBACC9B-A95A-4D7E-B6C1-2308863C7D66}" dt="2026-07-20T19:37:46.693" v="931" actId="1076"/>
          <ac:picMkLst>
            <pc:docMk/>
            <pc:sldMk cId="2616845151" sldId="260"/>
            <ac:picMk id="9" creationId="{D262014C-84DE-1CFB-E0D0-E446BF537EF2}"/>
          </ac:picMkLst>
        </pc:picChg>
      </pc:sldChg>
      <pc:sldChg chg="addSp modSp mod">
        <pc:chgData name="salwa.j005@hotmail.com" userId="5809329472305033" providerId="LiveId" clId="{7EBACC9B-A95A-4D7E-B6C1-2308863C7D66}" dt="2026-08-05T11:04:08.265" v="2873" actId="255"/>
        <pc:sldMkLst>
          <pc:docMk/>
          <pc:sldMk cId="4239356833" sldId="261"/>
        </pc:sldMkLst>
        <pc:spChg chg="mod">
          <ac:chgData name="salwa.j005@hotmail.com" userId="5809329472305033" providerId="LiveId" clId="{7EBACC9B-A95A-4D7E-B6C1-2308863C7D66}" dt="2026-08-05T11:04:08.265" v="2873" actId="255"/>
          <ac:spMkLst>
            <pc:docMk/>
            <pc:sldMk cId="4239356833" sldId="261"/>
            <ac:spMk id="2" creationId="{BB7C8B83-64A5-C233-4975-58DF4D99B9AC}"/>
          </ac:spMkLst>
        </pc:spChg>
        <pc:spChg chg="mod">
          <ac:chgData name="salwa.j005@hotmail.com" userId="5809329472305033" providerId="LiveId" clId="{7EBACC9B-A95A-4D7E-B6C1-2308863C7D66}" dt="2026-08-05T11:02:01.751" v="2864" actId="207"/>
          <ac:spMkLst>
            <pc:docMk/>
            <pc:sldMk cId="4239356833" sldId="261"/>
            <ac:spMk id="4" creationId="{1BA2EAC6-B128-8BFD-EABE-558EA9B9910A}"/>
          </ac:spMkLst>
        </pc:spChg>
        <pc:picChg chg="add mod">
          <ac:chgData name="salwa.j005@hotmail.com" userId="5809329472305033" providerId="LiveId" clId="{7EBACC9B-A95A-4D7E-B6C1-2308863C7D66}" dt="2026-07-20T19:40:09.672" v="944" actId="1076"/>
          <ac:picMkLst>
            <pc:docMk/>
            <pc:sldMk cId="4239356833" sldId="261"/>
            <ac:picMk id="5" creationId="{97A01768-F802-58D7-3CB2-A99CB1BEA52E}"/>
          </ac:picMkLst>
        </pc:picChg>
        <pc:picChg chg="mod">
          <ac:chgData name="salwa.j005@hotmail.com" userId="5809329472305033" providerId="LiveId" clId="{7EBACC9B-A95A-4D7E-B6C1-2308863C7D66}" dt="2026-07-20T19:38:41.285" v="938" actId="1076"/>
          <ac:picMkLst>
            <pc:docMk/>
            <pc:sldMk cId="4239356833" sldId="261"/>
            <ac:picMk id="6" creationId="{B125499A-4EBB-E7B9-52F4-B825A0EBB725}"/>
          </ac:picMkLst>
        </pc:picChg>
      </pc:sldChg>
      <pc:sldChg chg="addSp delSp modSp mod">
        <pc:chgData name="salwa.j005@hotmail.com" userId="5809329472305033" providerId="LiveId" clId="{7EBACC9B-A95A-4D7E-B6C1-2308863C7D66}" dt="2026-08-05T11:03:33.601" v="2870" actId="255"/>
        <pc:sldMkLst>
          <pc:docMk/>
          <pc:sldMk cId="706528006" sldId="262"/>
        </pc:sldMkLst>
        <pc:spChg chg="mod">
          <ac:chgData name="salwa.j005@hotmail.com" userId="5809329472305033" providerId="LiveId" clId="{7EBACC9B-A95A-4D7E-B6C1-2308863C7D66}" dt="2026-08-05T11:03:33.601" v="2870" actId="255"/>
          <ac:spMkLst>
            <pc:docMk/>
            <pc:sldMk cId="706528006" sldId="262"/>
            <ac:spMk id="2" creationId="{70FEDF16-7DAE-A293-8D32-5A5778F74402}"/>
          </ac:spMkLst>
        </pc:spChg>
        <pc:spChg chg="mod">
          <ac:chgData name="salwa.j005@hotmail.com" userId="5809329472305033" providerId="LiveId" clId="{7EBACC9B-A95A-4D7E-B6C1-2308863C7D66}" dt="2026-08-05T11:03:21.861" v="2869" actId="207"/>
          <ac:spMkLst>
            <pc:docMk/>
            <pc:sldMk cId="706528006" sldId="262"/>
            <ac:spMk id="4" creationId="{AB73710F-8C08-9615-0D18-15F1B41F44E3}"/>
          </ac:spMkLst>
        </pc:spChg>
        <pc:picChg chg="add mod">
          <ac:chgData name="salwa.j005@hotmail.com" userId="5809329472305033" providerId="LiveId" clId="{7EBACC9B-A95A-4D7E-B6C1-2308863C7D66}" dt="2026-07-20T19:41:53.333" v="951" actId="1076"/>
          <ac:picMkLst>
            <pc:docMk/>
            <pc:sldMk cId="706528006" sldId="262"/>
            <ac:picMk id="5" creationId="{367C9988-F3B6-9363-59AB-DB04700D91FF}"/>
          </ac:picMkLst>
        </pc:picChg>
        <pc:picChg chg="add mod ord">
          <ac:chgData name="salwa.j005@hotmail.com" userId="5809329472305033" providerId="LiveId" clId="{7EBACC9B-A95A-4D7E-B6C1-2308863C7D66}" dt="2026-07-20T19:40:19.413" v="945" actId="1076"/>
          <ac:picMkLst>
            <pc:docMk/>
            <pc:sldMk cId="706528006" sldId="262"/>
            <ac:picMk id="6" creationId="{6D9CE854-C446-58ED-D33F-BEFF7FCC91AE}"/>
          </ac:picMkLst>
        </pc:picChg>
      </pc:sldChg>
      <pc:sldChg chg="addSp delSp modSp new mod">
        <pc:chgData name="salwa.j005@hotmail.com" userId="5809329472305033" providerId="LiveId" clId="{7EBACC9B-A95A-4D7E-B6C1-2308863C7D66}" dt="2026-08-05T11:04:40.479" v="2878" actId="207"/>
        <pc:sldMkLst>
          <pc:docMk/>
          <pc:sldMk cId="1736232939" sldId="263"/>
        </pc:sldMkLst>
        <pc:spChg chg="mod">
          <ac:chgData name="salwa.j005@hotmail.com" userId="5809329472305033" providerId="LiveId" clId="{7EBACC9B-A95A-4D7E-B6C1-2308863C7D66}" dt="2026-08-05T11:04:28.984" v="2875" actId="207"/>
          <ac:spMkLst>
            <pc:docMk/>
            <pc:sldMk cId="1736232939" sldId="263"/>
            <ac:spMk id="2" creationId="{EC35D873-E851-BBB8-2840-D5D2A80FC7D2}"/>
          </ac:spMkLst>
        </pc:spChg>
        <pc:spChg chg="mod">
          <ac:chgData name="salwa.j005@hotmail.com" userId="5809329472305033" providerId="LiveId" clId="{7EBACC9B-A95A-4D7E-B6C1-2308863C7D66}" dt="2026-08-05T11:04:40.479" v="2878" actId="207"/>
          <ac:spMkLst>
            <pc:docMk/>
            <pc:sldMk cId="1736232939" sldId="263"/>
            <ac:spMk id="4" creationId="{AFE0DE27-BB35-13D9-6B9A-1DDD09C8C52C}"/>
          </ac:spMkLst>
        </pc:spChg>
        <pc:picChg chg="add mod">
          <ac:chgData name="salwa.j005@hotmail.com" userId="5809329472305033" providerId="LiveId" clId="{7EBACC9B-A95A-4D7E-B6C1-2308863C7D66}" dt="2026-07-21T16:07:16.843" v="957" actId="1076"/>
          <ac:picMkLst>
            <pc:docMk/>
            <pc:sldMk cId="1736232939" sldId="263"/>
            <ac:picMk id="5" creationId="{0FEFEF8D-9851-B2B5-6065-0F28E0D9838A}"/>
          </ac:picMkLst>
        </pc:picChg>
        <pc:picChg chg="add mod ord">
          <ac:chgData name="salwa.j005@hotmail.com" userId="5809329472305033" providerId="LiveId" clId="{7EBACC9B-A95A-4D7E-B6C1-2308863C7D66}" dt="2026-07-20T19:42:03.362" v="953" actId="1076"/>
          <ac:picMkLst>
            <pc:docMk/>
            <pc:sldMk cId="1736232939" sldId="263"/>
            <ac:picMk id="6" creationId="{3C25826B-8900-EE44-CF8F-DA667C0104B9}"/>
          </ac:picMkLst>
        </pc:picChg>
      </pc:sldChg>
      <pc:sldChg chg="addSp delSp modSp new mod ord modClrScheme chgLayout">
        <pc:chgData name="salwa.j005@hotmail.com" userId="5809329472305033" providerId="LiveId" clId="{7EBACC9B-A95A-4D7E-B6C1-2308863C7D66}" dt="2026-08-05T11:04:58.392" v="2881" actId="207"/>
        <pc:sldMkLst>
          <pc:docMk/>
          <pc:sldMk cId="1983351007" sldId="264"/>
        </pc:sldMkLst>
        <pc:spChg chg="mod ord">
          <ac:chgData name="salwa.j005@hotmail.com" userId="5809329472305033" providerId="LiveId" clId="{7EBACC9B-A95A-4D7E-B6C1-2308863C7D66}" dt="2026-08-05T11:04:51.573" v="2880" actId="113"/>
          <ac:spMkLst>
            <pc:docMk/>
            <pc:sldMk cId="1983351007" sldId="264"/>
            <ac:spMk id="2" creationId="{D5F79EF6-7286-ECA5-04CA-AC73885C96CF}"/>
          </ac:spMkLst>
        </pc:spChg>
        <pc:spChg chg="add mod">
          <ac:chgData name="salwa.j005@hotmail.com" userId="5809329472305033" providerId="LiveId" clId="{7EBACC9B-A95A-4D7E-B6C1-2308863C7D66}" dt="2026-08-05T11:04:58.392" v="2881" actId="207"/>
          <ac:spMkLst>
            <pc:docMk/>
            <pc:sldMk cId="1983351007" sldId="264"/>
            <ac:spMk id="6" creationId="{3ED2F20B-CB38-1F7B-596E-1ADB7AF149B4}"/>
          </ac:spMkLst>
        </pc:spChg>
        <pc:spChg chg="add del mod ord">
          <ac:chgData name="salwa.j005@hotmail.com" userId="5809329472305033" providerId="LiveId" clId="{7EBACC9B-A95A-4D7E-B6C1-2308863C7D66}" dt="2026-07-21T16:13:15.926" v="1112" actId="20577"/>
          <ac:spMkLst>
            <pc:docMk/>
            <pc:sldMk cId="1983351007" sldId="264"/>
            <ac:spMk id="13" creationId="{FB555DC0-FF3F-657C-0EF1-163905BA0250}"/>
          </ac:spMkLst>
        </pc:spChg>
        <pc:picChg chg="add mod">
          <ac:chgData name="salwa.j005@hotmail.com" userId="5809329472305033" providerId="LiveId" clId="{7EBACC9B-A95A-4D7E-B6C1-2308863C7D66}" dt="2026-07-21T16:20:34.968" v="1132" actId="1076"/>
          <ac:picMkLst>
            <pc:docMk/>
            <pc:sldMk cId="1983351007" sldId="264"/>
            <ac:picMk id="7" creationId="{FE039A82-41C0-8C27-0567-CE3E7A01093E}"/>
          </ac:picMkLst>
        </pc:picChg>
        <pc:picChg chg="add mod ord">
          <ac:chgData name="salwa.j005@hotmail.com" userId="5809329472305033" providerId="LiveId" clId="{7EBACC9B-A95A-4D7E-B6C1-2308863C7D66}" dt="2026-07-21T16:13:25.145" v="1113" actId="1076"/>
          <ac:picMkLst>
            <pc:docMk/>
            <pc:sldMk cId="1983351007" sldId="264"/>
            <ac:picMk id="8" creationId="{7D45A37C-7AE3-65DE-F3EA-E5F2E8F4ED37}"/>
          </ac:picMkLst>
        </pc:picChg>
        <pc:picChg chg="add mod">
          <ac:chgData name="salwa.j005@hotmail.com" userId="5809329472305033" providerId="LiveId" clId="{7EBACC9B-A95A-4D7E-B6C1-2308863C7D66}" dt="2026-07-21T16:13:29.447" v="1114" actId="1076"/>
          <ac:picMkLst>
            <pc:docMk/>
            <pc:sldMk cId="1983351007" sldId="264"/>
            <ac:picMk id="12" creationId="{D96EED83-912F-2CF9-2331-B4D204987C53}"/>
          </ac:picMkLst>
        </pc:picChg>
      </pc:sldChg>
      <pc:sldChg chg="addSp delSp modSp new mod">
        <pc:chgData name="salwa.j005@hotmail.com" userId="5809329472305033" providerId="LiveId" clId="{7EBACC9B-A95A-4D7E-B6C1-2308863C7D66}" dt="2026-08-05T11:05:21.130" v="2885" actId="242"/>
        <pc:sldMkLst>
          <pc:docMk/>
          <pc:sldMk cId="198440900" sldId="265"/>
        </pc:sldMkLst>
        <pc:spChg chg="mod">
          <ac:chgData name="salwa.j005@hotmail.com" userId="5809329472305033" providerId="LiveId" clId="{7EBACC9B-A95A-4D7E-B6C1-2308863C7D66}" dt="2026-08-05T11:05:21.130" v="2885" actId="242"/>
          <ac:spMkLst>
            <pc:docMk/>
            <pc:sldMk cId="198440900" sldId="265"/>
            <ac:spMk id="2" creationId="{25E00CF5-0022-0BDF-ED44-606CDAD07AEB}"/>
          </ac:spMkLst>
        </pc:spChg>
        <pc:spChg chg="mod">
          <ac:chgData name="salwa.j005@hotmail.com" userId="5809329472305033" providerId="LiveId" clId="{7EBACC9B-A95A-4D7E-B6C1-2308863C7D66}" dt="2026-07-21T16:17:29.367" v="1123" actId="14100"/>
          <ac:spMkLst>
            <pc:docMk/>
            <pc:sldMk cId="198440900" sldId="265"/>
            <ac:spMk id="3" creationId="{1927BF18-226B-31FA-8883-9355F5D9F2E9}"/>
          </ac:spMkLst>
        </pc:spChg>
        <pc:picChg chg="add mod">
          <ac:chgData name="salwa.j005@hotmail.com" userId="5809329472305033" providerId="LiveId" clId="{7EBACC9B-A95A-4D7E-B6C1-2308863C7D66}" dt="2026-07-21T16:21:45.525" v="1142" actId="1076"/>
          <ac:picMkLst>
            <pc:docMk/>
            <pc:sldMk cId="198440900" sldId="265"/>
            <ac:picMk id="5" creationId="{BB488684-AD7F-EC59-F125-362A09D4CAD4}"/>
          </ac:picMkLst>
        </pc:picChg>
        <pc:picChg chg="add mod ord">
          <ac:chgData name="salwa.j005@hotmail.com" userId="5809329472305033" providerId="LiveId" clId="{7EBACC9B-A95A-4D7E-B6C1-2308863C7D66}" dt="2026-07-21T16:21:24.073" v="1137" actId="1076"/>
          <ac:picMkLst>
            <pc:docMk/>
            <pc:sldMk cId="198440900" sldId="265"/>
            <ac:picMk id="6" creationId="{86A7973C-C245-F26E-F7C0-5A77A1D98F5F}"/>
          </ac:picMkLst>
        </pc:picChg>
        <pc:picChg chg="add mod">
          <ac:chgData name="salwa.j005@hotmail.com" userId="5809329472305033" providerId="LiveId" clId="{7EBACC9B-A95A-4D7E-B6C1-2308863C7D66}" dt="2026-07-21T16:21:28.501" v="1138" actId="1076"/>
          <ac:picMkLst>
            <pc:docMk/>
            <pc:sldMk cId="198440900" sldId="265"/>
            <ac:picMk id="8" creationId="{1A9583CD-0FC7-7275-5962-2E3149631B74}"/>
          </ac:picMkLst>
        </pc:picChg>
      </pc:sldChg>
      <pc:sldChg chg="addSp delSp modSp new mod chgLayout">
        <pc:chgData name="salwa.j005@hotmail.com" userId="5809329472305033" providerId="LiveId" clId="{7EBACC9B-A95A-4D7E-B6C1-2308863C7D66}" dt="2026-08-05T11:05:48.953" v="2888" actId="242"/>
        <pc:sldMkLst>
          <pc:docMk/>
          <pc:sldMk cId="4230302150" sldId="266"/>
        </pc:sldMkLst>
        <pc:spChg chg="mod ord">
          <ac:chgData name="salwa.j005@hotmail.com" userId="5809329472305033" providerId="LiveId" clId="{7EBACC9B-A95A-4D7E-B6C1-2308863C7D66}" dt="2026-08-05T11:05:48.953" v="2888" actId="242"/>
          <ac:spMkLst>
            <pc:docMk/>
            <pc:sldMk cId="4230302150" sldId="266"/>
            <ac:spMk id="2" creationId="{13B61B07-F5C2-14EC-8C5D-A0706E94B19C}"/>
          </ac:spMkLst>
        </pc:spChg>
        <pc:spChg chg="mod ord">
          <ac:chgData name="salwa.j005@hotmail.com" userId="5809329472305033" providerId="LiveId" clId="{7EBACC9B-A95A-4D7E-B6C1-2308863C7D66}" dt="2026-07-19T05:43:35.756" v="500" actId="700"/>
          <ac:spMkLst>
            <pc:docMk/>
            <pc:sldMk cId="4230302150" sldId="266"/>
            <ac:spMk id="3" creationId="{45E26156-1270-FAC6-38DF-82F1015D2B30}"/>
          </ac:spMkLst>
        </pc:spChg>
        <pc:picChg chg="add mod">
          <ac:chgData name="salwa.j005@hotmail.com" userId="5809329472305033" providerId="LiveId" clId="{7EBACC9B-A95A-4D7E-B6C1-2308863C7D66}" dt="2026-07-21T16:22:34.585" v="1146" actId="1076"/>
          <ac:picMkLst>
            <pc:docMk/>
            <pc:sldMk cId="4230302150" sldId="266"/>
            <ac:picMk id="5" creationId="{DFC52560-89DD-4AD1-90AE-2B18B5559D4E}"/>
          </ac:picMkLst>
        </pc:picChg>
        <pc:picChg chg="add mod ord">
          <ac:chgData name="salwa.j005@hotmail.com" userId="5809329472305033" providerId="LiveId" clId="{7EBACC9B-A95A-4D7E-B6C1-2308863C7D66}" dt="2026-07-19T05:43:35.756" v="500" actId="700"/>
          <ac:picMkLst>
            <pc:docMk/>
            <pc:sldMk cId="4230302150" sldId="266"/>
            <ac:picMk id="12" creationId="{D746A570-A1EF-6C72-1B99-F254FB06647E}"/>
          </ac:picMkLst>
        </pc:picChg>
        <pc:picChg chg="add mod">
          <ac:chgData name="salwa.j005@hotmail.com" userId="5809329472305033" providerId="LiveId" clId="{7EBACC9B-A95A-4D7E-B6C1-2308863C7D66}" dt="2026-07-19T05:38:42.466" v="497" actId="1076"/>
          <ac:picMkLst>
            <pc:docMk/>
            <pc:sldMk cId="4230302150" sldId="266"/>
            <ac:picMk id="14" creationId="{E8CE016E-EB0B-EDE1-BE30-CD23BDF7AF37}"/>
          </ac:picMkLst>
        </pc:picChg>
      </pc:sldChg>
      <pc:sldChg chg="addSp delSp modSp new mod">
        <pc:chgData name="salwa.j005@hotmail.com" userId="5809329472305033" providerId="LiveId" clId="{7EBACC9B-A95A-4D7E-B6C1-2308863C7D66}" dt="2026-08-05T11:06:21.567" v="2894" actId="242"/>
        <pc:sldMkLst>
          <pc:docMk/>
          <pc:sldMk cId="2593550449" sldId="267"/>
        </pc:sldMkLst>
        <pc:spChg chg="mod">
          <ac:chgData name="salwa.j005@hotmail.com" userId="5809329472305033" providerId="LiveId" clId="{7EBACC9B-A95A-4D7E-B6C1-2308863C7D66}" dt="2026-08-05T11:06:21.567" v="2894" actId="242"/>
          <ac:spMkLst>
            <pc:docMk/>
            <pc:sldMk cId="2593550449" sldId="267"/>
            <ac:spMk id="2" creationId="{6237FE1B-D19D-E60C-B529-8766868565F8}"/>
          </ac:spMkLst>
        </pc:spChg>
        <pc:spChg chg="mod">
          <ac:chgData name="salwa.j005@hotmail.com" userId="5809329472305033" providerId="LiveId" clId="{7EBACC9B-A95A-4D7E-B6C1-2308863C7D66}" dt="2026-07-19T05:45:43.986" v="560" actId="20577"/>
          <ac:spMkLst>
            <pc:docMk/>
            <pc:sldMk cId="2593550449" sldId="267"/>
            <ac:spMk id="3" creationId="{FB657828-7017-6237-F284-1D92D96965B7}"/>
          </ac:spMkLst>
        </pc:spChg>
        <pc:picChg chg="add mod">
          <ac:chgData name="salwa.j005@hotmail.com" userId="5809329472305033" providerId="LiveId" clId="{7EBACC9B-A95A-4D7E-B6C1-2308863C7D66}" dt="2026-07-21T16:23:27.439" v="1152" actId="1076"/>
          <ac:picMkLst>
            <pc:docMk/>
            <pc:sldMk cId="2593550449" sldId="267"/>
            <ac:picMk id="5" creationId="{0A0A0283-A0D8-DFAF-8F9A-89D27BDC11EE}"/>
          </ac:picMkLst>
        </pc:picChg>
        <pc:picChg chg="add mod">
          <ac:chgData name="salwa.j005@hotmail.com" userId="5809329472305033" providerId="LiveId" clId="{7EBACC9B-A95A-4D7E-B6C1-2308863C7D66}" dt="2026-07-19T05:50:58.883" v="580" actId="1076"/>
          <ac:picMkLst>
            <pc:docMk/>
            <pc:sldMk cId="2593550449" sldId="267"/>
            <ac:picMk id="12" creationId="{6C758AF9-FDF0-88F5-8507-A9CC21A04131}"/>
          </ac:picMkLst>
        </pc:picChg>
        <pc:picChg chg="add mod ord">
          <ac:chgData name="salwa.j005@hotmail.com" userId="5809329472305033" providerId="LiveId" clId="{7EBACC9B-A95A-4D7E-B6C1-2308863C7D66}" dt="2026-07-21T16:23:22.722" v="1151" actId="1076"/>
          <ac:picMkLst>
            <pc:docMk/>
            <pc:sldMk cId="2593550449" sldId="267"/>
            <ac:picMk id="16" creationId="{680BEE16-3E51-1CDF-C2C2-5F35FC9C253B}"/>
          </ac:picMkLst>
        </pc:picChg>
      </pc:sldChg>
      <pc:sldChg chg="addSp delSp modSp new mod">
        <pc:chgData name="salwa.j005@hotmail.com" userId="5809329472305033" providerId="LiveId" clId="{7EBACC9B-A95A-4D7E-B6C1-2308863C7D66}" dt="2026-08-05T11:06:40.749" v="2898" actId="255"/>
        <pc:sldMkLst>
          <pc:docMk/>
          <pc:sldMk cId="895780723" sldId="268"/>
        </pc:sldMkLst>
        <pc:spChg chg="mod">
          <ac:chgData name="salwa.j005@hotmail.com" userId="5809329472305033" providerId="LiveId" clId="{7EBACC9B-A95A-4D7E-B6C1-2308863C7D66}" dt="2026-08-05T11:06:40.749" v="2898" actId="255"/>
          <ac:spMkLst>
            <pc:docMk/>
            <pc:sldMk cId="895780723" sldId="268"/>
            <ac:spMk id="2" creationId="{E1EFB9E3-B488-5911-2D79-25A7E2978F80}"/>
          </ac:spMkLst>
        </pc:spChg>
        <pc:spChg chg="mod">
          <ac:chgData name="salwa.j005@hotmail.com" userId="5809329472305033" providerId="LiveId" clId="{7EBACC9B-A95A-4D7E-B6C1-2308863C7D66}" dt="2026-07-19T05:53:29.373" v="639" actId="20577"/>
          <ac:spMkLst>
            <pc:docMk/>
            <pc:sldMk cId="895780723" sldId="268"/>
            <ac:spMk id="3" creationId="{CBFE4029-1942-9CE3-D143-3CD5D1BD9D8E}"/>
          </ac:spMkLst>
        </pc:spChg>
        <pc:picChg chg="add mod">
          <ac:chgData name="salwa.j005@hotmail.com" userId="5809329472305033" providerId="LiveId" clId="{7EBACC9B-A95A-4D7E-B6C1-2308863C7D66}" dt="2026-07-21T16:24:17.642" v="1159" actId="1076"/>
          <ac:picMkLst>
            <pc:docMk/>
            <pc:sldMk cId="895780723" sldId="268"/>
            <ac:picMk id="5" creationId="{4C3B5054-086C-F810-6AFD-BEE3DE7FB46F}"/>
          </ac:picMkLst>
        </pc:picChg>
        <pc:picChg chg="add mod ord">
          <ac:chgData name="salwa.j005@hotmail.com" userId="5809329472305033" providerId="LiveId" clId="{7EBACC9B-A95A-4D7E-B6C1-2308863C7D66}" dt="2026-07-21T16:24:19.301" v="1160" actId="1076"/>
          <ac:picMkLst>
            <pc:docMk/>
            <pc:sldMk cId="895780723" sldId="268"/>
            <ac:picMk id="6" creationId="{07208910-5A01-C442-4DAA-18BA76A1C800}"/>
          </ac:picMkLst>
        </pc:picChg>
        <pc:picChg chg="add mod">
          <ac:chgData name="salwa.j005@hotmail.com" userId="5809329472305033" providerId="LiveId" clId="{7EBACC9B-A95A-4D7E-B6C1-2308863C7D66}" dt="2026-07-21T16:23:40.166" v="1155" actId="1076"/>
          <ac:picMkLst>
            <pc:docMk/>
            <pc:sldMk cId="895780723" sldId="268"/>
            <ac:picMk id="8" creationId="{2C174AE0-E152-9D34-195B-A2967DE17EC9}"/>
          </ac:picMkLst>
        </pc:picChg>
      </pc:sldChg>
      <pc:sldChg chg="addSp delSp modSp new mod modClrScheme chgLayout">
        <pc:chgData name="salwa.j005@hotmail.com" userId="5809329472305033" providerId="LiveId" clId="{7EBACC9B-A95A-4D7E-B6C1-2308863C7D66}" dt="2026-07-19T19:23:59.043" v="823" actId="14100"/>
        <pc:sldMkLst>
          <pc:docMk/>
          <pc:sldMk cId="4201762828" sldId="269"/>
        </pc:sldMkLst>
        <pc:spChg chg="add mod ord">
          <ac:chgData name="salwa.j005@hotmail.com" userId="5809329472305033" providerId="LiveId" clId="{7EBACC9B-A95A-4D7E-B6C1-2308863C7D66}" dt="2026-07-19T07:05:18.550" v="713" actId="27636"/>
          <ac:spMkLst>
            <pc:docMk/>
            <pc:sldMk cId="4201762828" sldId="269"/>
            <ac:spMk id="5" creationId="{8519067E-0421-A8C7-0A34-FE10C193C383}"/>
          </ac:spMkLst>
        </pc:spChg>
        <pc:spChg chg="add mod ord">
          <ac:chgData name="salwa.j005@hotmail.com" userId="5809329472305033" providerId="LiveId" clId="{7EBACC9B-A95A-4D7E-B6C1-2308863C7D66}" dt="2026-07-19T19:23:59.043" v="823" actId="14100"/>
          <ac:spMkLst>
            <pc:docMk/>
            <pc:sldMk cId="4201762828" sldId="269"/>
            <ac:spMk id="6" creationId="{D0472383-2043-6D78-767B-3B238671267E}"/>
          </ac:spMkLst>
        </pc:spChg>
        <pc:picChg chg="add mod ord">
          <ac:chgData name="salwa.j005@hotmail.com" userId="5809329472305033" providerId="LiveId" clId="{7EBACC9B-A95A-4D7E-B6C1-2308863C7D66}" dt="2026-07-19T07:04:47.873" v="709" actId="14100"/>
          <ac:picMkLst>
            <pc:docMk/>
            <pc:sldMk cId="4201762828" sldId="269"/>
            <ac:picMk id="9" creationId="{02EBE4AB-EE97-2D20-106D-DBE0B03CEDB9}"/>
          </ac:picMkLst>
        </pc:picChg>
      </pc:sldChg>
      <pc:sldChg chg="addSp delSp modSp new mod">
        <pc:chgData name="salwa.j005@hotmail.com" userId="5809329472305033" providerId="LiveId" clId="{7EBACC9B-A95A-4D7E-B6C1-2308863C7D66}" dt="2026-07-19T19:08:01.510" v="801" actId="14100"/>
        <pc:sldMkLst>
          <pc:docMk/>
          <pc:sldMk cId="1363712421" sldId="270"/>
        </pc:sldMkLst>
        <pc:spChg chg="mod">
          <ac:chgData name="salwa.j005@hotmail.com" userId="5809329472305033" providerId="LiveId" clId="{7EBACC9B-A95A-4D7E-B6C1-2308863C7D66}" dt="2026-07-19T19:02:50.130" v="772" actId="20577"/>
          <ac:spMkLst>
            <pc:docMk/>
            <pc:sldMk cId="1363712421" sldId="270"/>
            <ac:spMk id="2" creationId="{1ED8221E-740F-1D46-8B16-4F9D18C575FE}"/>
          </ac:spMkLst>
        </pc:spChg>
        <pc:spChg chg="mod">
          <ac:chgData name="salwa.j005@hotmail.com" userId="5809329472305033" providerId="LiveId" clId="{7EBACC9B-A95A-4D7E-B6C1-2308863C7D66}" dt="2026-07-19T19:05:25.524" v="796" actId="1076"/>
          <ac:spMkLst>
            <pc:docMk/>
            <pc:sldMk cId="1363712421" sldId="270"/>
            <ac:spMk id="3" creationId="{1AEE1D35-680F-65BF-7520-5063BE5F85CA}"/>
          </ac:spMkLst>
        </pc:spChg>
        <pc:picChg chg="add mod ord">
          <ac:chgData name="salwa.j005@hotmail.com" userId="5809329472305033" providerId="LiveId" clId="{7EBACC9B-A95A-4D7E-B6C1-2308863C7D66}" dt="2026-07-19T19:08:01.510" v="801" actId="14100"/>
          <ac:picMkLst>
            <pc:docMk/>
            <pc:sldMk cId="1363712421" sldId="270"/>
            <ac:picMk id="6" creationId="{2FAB93F2-4C33-DE12-EBEE-6E4ADBF4CA58}"/>
          </ac:picMkLst>
        </pc:picChg>
      </pc:sldChg>
      <pc:sldChg chg="addSp delSp modSp new mod">
        <pc:chgData name="salwa.j005@hotmail.com" userId="5809329472305033" providerId="LiveId" clId="{7EBACC9B-A95A-4D7E-B6C1-2308863C7D66}" dt="2026-07-19T19:25:16.973" v="831" actId="14100"/>
        <pc:sldMkLst>
          <pc:docMk/>
          <pc:sldMk cId="2746699995" sldId="271"/>
        </pc:sldMkLst>
        <pc:spChg chg="mod">
          <ac:chgData name="salwa.j005@hotmail.com" userId="5809329472305033" providerId="LiveId" clId="{7EBACC9B-A95A-4D7E-B6C1-2308863C7D66}" dt="2026-07-19T19:08:14.340" v="805" actId="20577"/>
          <ac:spMkLst>
            <pc:docMk/>
            <pc:sldMk cId="2746699995" sldId="271"/>
            <ac:spMk id="2" creationId="{8E2136F4-F46A-6B42-7FE9-2EDFB1EC8167}"/>
          </ac:spMkLst>
        </pc:spChg>
        <pc:spChg chg="mod">
          <ac:chgData name="salwa.j005@hotmail.com" userId="5809329472305033" providerId="LiveId" clId="{7EBACC9B-A95A-4D7E-B6C1-2308863C7D66}" dt="2026-07-19T19:24:35.550" v="825" actId="14100"/>
          <ac:spMkLst>
            <pc:docMk/>
            <pc:sldMk cId="2746699995" sldId="271"/>
            <ac:spMk id="3" creationId="{05F49041-C7D8-DC29-9E11-66B363BA0AED}"/>
          </ac:spMkLst>
        </pc:spChg>
        <pc:picChg chg="add mod ord">
          <ac:chgData name="salwa.j005@hotmail.com" userId="5809329472305033" providerId="LiveId" clId="{7EBACC9B-A95A-4D7E-B6C1-2308863C7D66}" dt="2026-07-19T19:25:16.973" v="831" actId="14100"/>
          <ac:picMkLst>
            <pc:docMk/>
            <pc:sldMk cId="2746699995" sldId="271"/>
            <ac:picMk id="6" creationId="{882CB86F-AEF0-F879-B6BB-C532332005D5}"/>
          </ac:picMkLst>
        </pc:picChg>
      </pc:sldChg>
      <pc:sldChg chg="addSp delSp modSp new mod">
        <pc:chgData name="salwa.j005@hotmail.com" userId="5809329472305033" providerId="LiveId" clId="{7EBACC9B-A95A-4D7E-B6C1-2308863C7D66}" dt="2026-08-05T11:07:46.070" v="2908" actId="207"/>
        <pc:sldMkLst>
          <pc:docMk/>
          <pc:sldMk cId="4142217041" sldId="272"/>
        </pc:sldMkLst>
        <pc:spChg chg="mod">
          <ac:chgData name="salwa.j005@hotmail.com" userId="5809329472305033" providerId="LiveId" clId="{7EBACC9B-A95A-4D7E-B6C1-2308863C7D66}" dt="2026-08-05T11:07:38.889" v="2907" actId="113"/>
          <ac:spMkLst>
            <pc:docMk/>
            <pc:sldMk cId="4142217041" sldId="272"/>
            <ac:spMk id="2" creationId="{FB161351-D82D-D05E-E955-5B0B7B0DD2CE}"/>
          </ac:spMkLst>
        </pc:spChg>
        <pc:spChg chg="mod">
          <ac:chgData name="salwa.j005@hotmail.com" userId="5809329472305033" providerId="LiveId" clId="{7EBACC9B-A95A-4D7E-B6C1-2308863C7D66}" dt="2026-08-05T11:07:46.070" v="2908" actId="207"/>
          <ac:spMkLst>
            <pc:docMk/>
            <pc:sldMk cId="4142217041" sldId="272"/>
            <ac:spMk id="3" creationId="{0271339B-F2FA-FB16-2661-1551C93ED465}"/>
          </ac:spMkLst>
        </pc:spChg>
        <pc:picChg chg="add mod ord">
          <ac:chgData name="salwa.j005@hotmail.com" userId="5809329472305033" providerId="LiveId" clId="{7EBACC9B-A95A-4D7E-B6C1-2308863C7D66}" dt="2026-07-19T19:28:42.374" v="855" actId="14100"/>
          <ac:picMkLst>
            <pc:docMk/>
            <pc:sldMk cId="4142217041" sldId="272"/>
            <ac:picMk id="6" creationId="{2CCE3CD9-9040-63EC-6511-E2F97AAF595E}"/>
          </ac:picMkLst>
        </pc:picChg>
      </pc:sldChg>
      <pc:sldChg chg="addSp delSp modSp new mod">
        <pc:chgData name="salwa.j005@hotmail.com" userId="5809329472305033" providerId="LiveId" clId="{7EBACC9B-A95A-4D7E-B6C1-2308863C7D66}" dt="2026-08-05T10:56:12.021" v="2791" actId="1076"/>
        <pc:sldMkLst>
          <pc:docMk/>
          <pc:sldMk cId="652744136" sldId="273"/>
        </pc:sldMkLst>
        <pc:spChg chg="mod">
          <ac:chgData name="salwa.j005@hotmail.com" userId="5809329472305033" providerId="LiveId" clId="{7EBACC9B-A95A-4D7E-B6C1-2308863C7D66}" dt="2026-08-05T10:44:09.602" v="2652"/>
          <ac:spMkLst>
            <pc:docMk/>
            <pc:sldMk cId="652744136" sldId="273"/>
            <ac:spMk id="2" creationId="{F8A0549C-6BDB-DF2A-9EDC-DEFE09D80DED}"/>
          </ac:spMkLst>
        </pc:spChg>
        <pc:spChg chg="del">
          <ac:chgData name="salwa.j005@hotmail.com" userId="5809329472305033" providerId="LiveId" clId="{7EBACC9B-A95A-4D7E-B6C1-2308863C7D66}" dt="2026-08-05T10:06:17.275" v="2329" actId="931"/>
          <ac:spMkLst>
            <pc:docMk/>
            <pc:sldMk cId="652744136" sldId="273"/>
            <ac:spMk id="3" creationId="{1429D27A-3348-CA86-F6E7-E9B24EA2C3D0}"/>
          </ac:spMkLst>
        </pc:spChg>
        <pc:spChg chg="mod">
          <ac:chgData name="salwa.j005@hotmail.com" userId="5809329472305033" providerId="LiveId" clId="{7EBACC9B-A95A-4D7E-B6C1-2308863C7D66}" dt="2026-08-05T10:55:34.074" v="2775" actId="27636"/>
          <ac:spMkLst>
            <pc:docMk/>
            <pc:sldMk cId="652744136" sldId="273"/>
            <ac:spMk id="4" creationId="{62863151-BD07-68D7-7B2D-056FAF561560}"/>
          </ac:spMkLst>
        </pc:spChg>
        <pc:picChg chg="add mod ord">
          <ac:chgData name="salwa.j005@hotmail.com" userId="5809329472305033" providerId="LiveId" clId="{7EBACC9B-A95A-4D7E-B6C1-2308863C7D66}" dt="2026-08-05T10:56:07.863" v="2789" actId="1076"/>
          <ac:picMkLst>
            <pc:docMk/>
            <pc:sldMk cId="652744136" sldId="273"/>
            <ac:picMk id="6" creationId="{B264A02E-432B-22CA-7B80-361FC8A4D375}"/>
          </ac:picMkLst>
        </pc:picChg>
        <pc:picChg chg="add mod">
          <ac:chgData name="salwa.j005@hotmail.com" userId="5809329472305033" providerId="LiveId" clId="{7EBACC9B-A95A-4D7E-B6C1-2308863C7D66}" dt="2026-08-05T10:56:12.021" v="2791" actId="1076"/>
          <ac:picMkLst>
            <pc:docMk/>
            <pc:sldMk cId="652744136" sldId="273"/>
            <ac:picMk id="8" creationId="{113C4D93-F58D-C3D6-08E5-61229B47C892}"/>
          </ac:picMkLst>
        </pc:picChg>
      </pc:sldChg>
      <pc:sldChg chg="addSp delSp modSp new mod chgLayout">
        <pc:chgData name="salwa.j005@hotmail.com" userId="5809329472305033" providerId="LiveId" clId="{7EBACC9B-A95A-4D7E-B6C1-2308863C7D66}" dt="2026-08-05T10:01:45.523" v="2267" actId="1076"/>
        <pc:sldMkLst>
          <pc:docMk/>
          <pc:sldMk cId="4141296687" sldId="274"/>
        </pc:sldMkLst>
        <pc:spChg chg="mod ord">
          <ac:chgData name="salwa.j005@hotmail.com" userId="5809329472305033" providerId="LiveId" clId="{7EBACC9B-A95A-4D7E-B6C1-2308863C7D66}" dt="2026-08-05T10:01:45.523" v="2267" actId="1076"/>
          <ac:spMkLst>
            <pc:docMk/>
            <pc:sldMk cId="4141296687" sldId="274"/>
            <ac:spMk id="2" creationId="{BB39A126-3C1D-63B9-D413-366449BCF09D}"/>
          </ac:spMkLst>
        </pc:spChg>
        <pc:spChg chg="add mod ord">
          <ac:chgData name="salwa.j005@hotmail.com" userId="5809329472305033" providerId="LiveId" clId="{7EBACC9B-A95A-4D7E-B6C1-2308863C7D66}" dt="2026-07-28T14:30:54.110" v="1601" actId="20577"/>
          <ac:spMkLst>
            <pc:docMk/>
            <pc:sldMk cId="4141296687" sldId="274"/>
            <ac:spMk id="10" creationId="{0F3EC296-6E93-CAE5-9D74-35EAEAA731E2}"/>
          </ac:spMkLst>
        </pc:spChg>
        <pc:picChg chg="add mod">
          <ac:chgData name="salwa.j005@hotmail.com" userId="5809329472305033" providerId="LiveId" clId="{7EBACC9B-A95A-4D7E-B6C1-2308863C7D66}" dt="2026-07-28T14:09:42.543" v="1413" actId="1076"/>
          <ac:picMkLst>
            <pc:docMk/>
            <pc:sldMk cId="4141296687" sldId="274"/>
            <ac:picMk id="4" creationId="{9A708C0E-0B95-8D94-109F-F1E26647028C}"/>
          </ac:picMkLst>
        </pc:picChg>
        <pc:picChg chg="add mod ord">
          <ac:chgData name="salwa.j005@hotmail.com" userId="5809329472305033" providerId="LiveId" clId="{7EBACC9B-A95A-4D7E-B6C1-2308863C7D66}" dt="2026-07-25T15:33:56.188" v="1315" actId="700"/>
          <ac:picMkLst>
            <pc:docMk/>
            <pc:sldMk cId="4141296687" sldId="274"/>
            <ac:picMk id="6" creationId="{0F801725-7E08-B09F-91CD-5072226342C4}"/>
          </ac:picMkLst>
        </pc:picChg>
      </pc:sldChg>
      <pc:sldChg chg="addSp delSp modSp new mod">
        <pc:chgData name="salwa.j005@hotmail.com" userId="5809329472305033" providerId="LiveId" clId="{7EBACC9B-A95A-4D7E-B6C1-2308863C7D66}" dt="2026-07-28T16:28:27.171" v="1764"/>
        <pc:sldMkLst>
          <pc:docMk/>
          <pc:sldMk cId="470470616" sldId="275"/>
        </pc:sldMkLst>
        <pc:spChg chg="mod">
          <ac:chgData name="salwa.j005@hotmail.com" userId="5809329472305033" providerId="LiveId" clId="{7EBACC9B-A95A-4D7E-B6C1-2308863C7D66}" dt="2026-07-28T16:28:27.171" v="1764"/>
          <ac:spMkLst>
            <pc:docMk/>
            <pc:sldMk cId="470470616" sldId="275"/>
            <ac:spMk id="2" creationId="{3DD5C4D4-8F02-917E-AD25-0B5FE8F89A14}"/>
          </ac:spMkLst>
        </pc:spChg>
        <pc:spChg chg="mod">
          <ac:chgData name="salwa.j005@hotmail.com" userId="5809329472305033" providerId="LiveId" clId="{7EBACC9B-A95A-4D7E-B6C1-2308863C7D66}" dt="2026-07-28T16:19:28.419" v="1716" actId="1076"/>
          <ac:spMkLst>
            <pc:docMk/>
            <pc:sldMk cId="470470616" sldId="275"/>
            <ac:spMk id="4" creationId="{9D2735E1-D0BD-C5F7-B3A0-A4687908D424}"/>
          </ac:spMkLst>
        </pc:spChg>
        <pc:picChg chg="add mod ord">
          <ac:chgData name="salwa.j005@hotmail.com" userId="5809329472305033" providerId="LiveId" clId="{7EBACC9B-A95A-4D7E-B6C1-2308863C7D66}" dt="2026-07-28T14:32:21.800" v="1681" actId="14100"/>
          <ac:picMkLst>
            <pc:docMk/>
            <pc:sldMk cId="470470616" sldId="275"/>
            <ac:picMk id="6" creationId="{28029BDC-3CA3-6DB6-F7DE-016ED218DF78}"/>
          </ac:picMkLst>
        </pc:picChg>
        <pc:picChg chg="add mod">
          <ac:chgData name="salwa.j005@hotmail.com" userId="5809329472305033" providerId="LiveId" clId="{7EBACC9B-A95A-4D7E-B6C1-2308863C7D66}" dt="2026-07-28T14:20:11.031" v="1446" actId="1076"/>
          <ac:picMkLst>
            <pc:docMk/>
            <pc:sldMk cId="470470616" sldId="275"/>
            <ac:picMk id="8" creationId="{6B1A6B95-73A7-5267-4E00-37A9B2EE2E02}"/>
          </ac:picMkLst>
        </pc:picChg>
      </pc:sldChg>
      <pc:sldChg chg="addSp delSp modSp new mod">
        <pc:chgData name="salwa.j005@hotmail.com" userId="5809329472305033" providerId="LiveId" clId="{7EBACC9B-A95A-4D7E-B6C1-2308863C7D66}" dt="2026-07-29T07:03:32.669" v="2260" actId="14100"/>
        <pc:sldMkLst>
          <pc:docMk/>
          <pc:sldMk cId="1159054880" sldId="276"/>
        </pc:sldMkLst>
        <pc:spChg chg="mod">
          <ac:chgData name="salwa.j005@hotmail.com" userId="5809329472305033" providerId="LiveId" clId="{7EBACC9B-A95A-4D7E-B6C1-2308863C7D66}" dt="2026-07-29T06:57:58.636" v="2258"/>
          <ac:spMkLst>
            <pc:docMk/>
            <pc:sldMk cId="1159054880" sldId="276"/>
            <ac:spMk id="2" creationId="{D5D49651-C7EC-E77E-11FC-2D4E0B0B7D9F}"/>
          </ac:spMkLst>
        </pc:spChg>
        <pc:spChg chg="mod">
          <ac:chgData name="salwa.j005@hotmail.com" userId="5809329472305033" providerId="LiveId" clId="{7EBACC9B-A95A-4D7E-B6C1-2308863C7D66}" dt="2026-07-28T16:33:33.372" v="1801" actId="1076"/>
          <ac:spMkLst>
            <pc:docMk/>
            <pc:sldMk cId="1159054880" sldId="276"/>
            <ac:spMk id="4" creationId="{0AEA54C3-984C-256F-C53B-011A0F293F6A}"/>
          </ac:spMkLst>
        </pc:spChg>
        <pc:picChg chg="add mod ord">
          <ac:chgData name="salwa.j005@hotmail.com" userId="5809329472305033" providerId="LiveId" clId="{7EBACC9B-A95A-4D7E-B6C1-2308863C7D66}" dt="2026-07-29T07:03:32.669" v="2260" actId="14100"/>
          <ac:picMkLst>
            <pc:docMk/>
            <pc:sldMk cId="1159054880" sldId="276"/>
            <ac:picMk id="6" creationId="{4D22F6E4-DFB8-82CC-B732-CCBA34C2EC30}"/>
          </ac:picMkLst>
        </pc:picChg>
        <pc:picChg chg="add mod">
          <ac:chgData name="salwa.j005@hotmail.com" userId="5809329472305033" providerId="LiveId" clId="{7EBACC9B-A95A-4D7E-B6C1-2308863C7D66}" dt="2026-07-28T16:23:50.167" v="1741" actId="1076"/>
          <ac:picMkLst>
            <pc:docMk/>
            <pc:sldMk cId="1159054880" sldId="276"/>
            <ac:picMk id="8" creationId="{7FE3ADD5-E63E-2CDA-7A4C-48D0C782A343}"/>
          </ac:picMkLst>
        </pc:picChg>
      </pc:sldChg>
      <pc:sldChg chg="addSp delSp modSp new mod">
        <pc:chgData name="salwa.j005@hotmail.com" userId="5809329472305033" providerId="LiveId" clId="{7EBACC9B-A95A-4D7E-B6C1-2308863C7D66}" dt="2026-07-28T16:40:59.473" v="1820" actId="1076"/>
        <pc:sldMkLst>
          <pc:docMk/>
          <pc:sldMk cId="3093858891" sldId="277"/>
        </pc:sldMkLst>
        <pc:spChg chg="mod">
          <ac:chgData name="salwa.j005@hotmail.com" userId="5809329472305033" providerId="LiveId" clId="{7EBACC9B-A95A-4D7E-B6C1-2308863C7D66}" dt="2026-07-28T16:31:16.812" v="1771" actId="14100"/>
          <ac:spMkLst>
            <pc:docMk/>
            <pc:sldMk cId="3093858891" sldId="277"/>
            <ac:spMk id="2" creationId="{59C9DFA0-3D57-66F0-8E0A-ADE1CCD751D3}"/>
          </ac:spMkLst>
        </pc:spChg>
        <pc:spChg chg="mod">
          <ac:chgData name="salwa.j005@hotmail.com" userId="5809329472305033" providerId="LiveId" clId="{7EBACC9B-A95A-4D7E-B6C1-2308863C7D66}" dt="2026-07-28T16:34:37.367" v="1804" actId="113"/>
          <ac:spMkLst>
            <pc:docMk/>
            <pc:sldMk cId="3093858891" sldId="277"/>
            <ac:spMk id="4" creationId="{D6C5AE44-A40F-1315-9ACF-D5B71C9B24D2}"/>
          </ac:spMkLst>
        </pc:spChg>
        <pc:picChg chg="add mod ord">
          <ac:chgData name="salwa.j005@hotmail.com" userId="5809329472305033" providerId="LiveId" clId="{7EBACC9B-A95A-4D7E-B6C1-2308863C7D66}" dt="2026-07-28T16:40:20.264" v="1813" actId="14100"/>
          <ac:picMkLst>
            <pc:docMk/>
            <pc:sldMk cId="3093858891" sldId="277"/>
            <ac:picMk id="6" creationId="{D32557C2-2971-024E-E6D0-6C1A7619C53A}"/>
          </ac:picMkLst>
        </pc:picChg>
        <pc:picChg chg="add mod">
          <ac:chgData name="salwa.j005@hotmail.com" userId="5809329472305033" providerId="LiveId" clId="{7EBACC9B-A95A-4D7E-B6C1-2308863C7D66}" dt="2026-07-28T16:40:59.473" v="1820" actId="1076"/>
          <ac:picMkLst>
            <pc:docMk/>
            <pc:sldMk cId="3093858891" sldId="277"/>
            <ac:picMk id="8" creationId="{D4D55881-B2DE-8381-D93F-64A194DB5908}"/>
          </ac:picMkLst>
        </pc:picChg>
      </pc:sldChg>
      <pc:sldChg chg="addSp delSp modSp new mod">
        <pc:chgData name="salwa.j005@hotmail.com" userId="5809329472305033" providerId="LiveId" clId="{7EBACC9B-A95A-4D7E-B6C1-2308863C7D66}" dt="2026-07-28T16:51:32.892" v="1887" actId="1076"/>
        <pc:sldMkLst>
          <pc:docMk/>
          <pc:sldMk cId="1785126719" sldId="278"/>
        </pc:sldMkLst>
        <pc:spChg chg="mod">
          <ac:chgData name="salwa.j005@hotmail.com" userId="5809329472305033" providerId="LiveId" clId="{7EBACC9B-A95A-4D7E-B6C1-2308863C7D66}" dt="2026-07-28T16:47:02.188" v="1828"/>
          <ac:spMkLst>
            <pc:docMk/>
            <pc:sldMk cId="1785126719" sldId="278"/>
            <ac:spMk id="2" creationId="{2776315A-1545-FFFA-8B5B-FB0A5B49DB05}"/>
          </ac:spMkLst>
        </pc:spChg>
        <pc:spChg chg="add mod">
          <ac:chgData name="salwa.j005@hotmail.com" userId="5809329472305033" providerId="LiveId" clId="{7EBACC9B-A95A-4D7E-B6C1-2308863C7D66}" dt="2026-07-28T16:51:06.628" v="1879" actId="14100"/>
          <ac:spMkLst>
            <pc:docMk/>
            <pc:sldMk cId="1785126719" sldId="278"/>
            <ac:spMk id="10" creationId="{7B6C0D21-E3A5-8761-7908-D0F2400CBC85}"/>
          </ac:spMkLst>
        </pc:spChg>
        <pc:picChg chg="add mod ord">
          <ac:chgData name="salwa.j005@hotmail.com" userId="5809329472305033" providerId="LiveId" clId="{7EBACC9B-A95A-4D7E-B6C1-2308863C7D66}" dt="2026-07-28T16:48:15.944" v="1843" actId="1076"/>
          <ac:picMkLst>
            <pc:docMk/>
            <pc:sldMk cId="1785126719" sldId="278"/>
            <ac:picMk id="6" creationId="{8DC0BC20-8616-4364-62FB-2E7F8363F706}"/>
          </ac:picMkLst>
        </pc:picChg>
        <pc:picChg chg="add mod">
          <ac:chgData name="salwa.j005@hotmail.com" userId="5809329472305033" providerId="LiveId" clId="{7EBACC9B-A95A-4D7E-B6C1-2308863C7D66}" dt="2026-07-28T16:51:32.892" v="1887" actId="1076"/>
          <ac:picMkLst>
            <pc:docMk/>
            <pc:sldMk cId="1785126719" sldId="278"/>
            <ac:picMk id="12" creationId="{92BAAD94-A488-1D5C-1A28-1DFA0F4E7539}"/>
          </ac:picMkLst>
        </pc:picChg>
      </pc:sldChg>
      <pc:sldChg chg="addSp delSp modSp new mod">
        <pc:chgData name="salwa.j005@hotmail.com" userId="5809329472305033" providerId="LiveId" clId="{7EBACC9B-A95A-4D7E-B6C1-2308863C7D66}" dt="2026-07-28T18:49:20.597" v="2161" actId="1036"/>
        <pc:sldMkLst>
          <pc:docMk/>
          <pc:sldMk cId="3749326838" sldId="279"/>
        </pc:sldMkLst>
        <pc:spChg chg="mod">
          <ac:chgData name="salwa.j005@hotmail.com" userId="5809329472305033" providerId="LiveId" clId="{7EBACC9B-A95A-4D7E-B6C1-2308863C7D66}" dt="2026-07-28T17:11:49.381" v="1900"/>
          <ac:spMkLst>
            <pc:docMk/>
            <pc:sldMk cId="3749326838" sldId="279"/>
            <ac:spMk id="2" creationId="{E864669F-1899-2FAF-CCAF-F03AA6973D38}"/>
          </ac:spMkLst>
        </pc:spChg>
        <pc:spChg chg="mod">
          <ac:chgData name="salwa.j005@hotmail.com" userId="5809329472305033" providerId="LiveId" clId="{7EBACC9B-A95A-4D7E-B6C1-2308863C7D66}" dt="2026-07-28T18:49:20.597" v="2161" actId="1036"/>
          <ac:spMkLst>
            <pc:docMk/>
            <pc:sldMk cId="3749326838" sldId="279"/>
            <ac:spMk id="4" creationId="{63BD43AB-8FCA-F19B-0C0A-497A8D3A4EEC}"/>
          </ac:spMkLst>
        </pc:spChg>
        <pc:picChg chg="add mod ord">
          <ac:chgData name="salwa.j005@hotmail.com" userId="5809329472305033" providerId="LiveId" clId="{7EBACC9B-A95A-4D7E-B6C1-2308863C7D66}" dt="2026-07-28T17:24:00.385" v="1922" actId="1076"/>
          <ac:picMkLst>
            <pc:docMk/>
            <pc:sldMk cId="3749326838" sldId="279"/>
            <ac:picMk id="6" creationId="{CAF95CC1-263E-1440-7761-EA028D6541EF}"/>
          </ac:picMkLst>
        </pc:picChg>
        <pc:picChg chg="add mod">
          <ac:chgData name="salwa.j005@hotmail.com" userId="5809329472305033" providerId="LiveId" clId="{7EBACC9B-A95A-4D7E-B6C1-2308863C7D66}" dt="2026-07-28T17:27:25.665" v="1946" actId="1076"/>
          <ac:picMkLst>
            <pc:docMk/>
            <pc:sldMk cId="3749326838" sldId="279"/>
            <ac:picMk id="8" creationId="{0BDCC3D8-B336-D837-FF48-0FFAFA6C1EA3}"/>
          </ac:picMkLst>
        </pc:picChg>
        <pc:picChg chg="add mod">
          <ac:chgData name="salwa.j005@hotmail.com" userId="5809329472305033" providerId="LiveId" clId="{7EBACC9B-A95A-4D7E-B6C1-2308863C7D66}" dt="2026-07-28T17:27:48.571" v="1950" actId="1076"/>
          <ac:picMkLst>
            <pc:docMk/>
            <pc:sldMk cId="3749326838" sldId="279"/>
            <ac:picMk id="10" creationId="{46AEDD07-4BA7-D90E-5BDF-95FDFAC5E1EC}"/>
          </ac:picMkLst>
        </pc:picChg>
      </pc:sldChg>
      <pc:sldChg chg="addSp delSp modSp new mod">
        <pc:chgData name="salwa.j005@hotmail.com" userId="5809329472305033" providerId="LiveId" clId="{7EBACC9B-A95A-4D7E-B6C1-2308863C7D66}" dt="2026-07-28T18:48:08.371" v="2157"/>
        <pc:sldMkLst>
          <pc:docMk/>
          <pc:sldMk cId="3818378936" sldId="280"/>
        </pc:sldMkLst>
        <pc:spChg chg="mod">
          <ac:chgData name="salwa.j005@hotmail.com" userId="5809329472305033" providerId="LiveId" clId="{7EBACC9B-A95A-4D7E-B6C1-2308863C7D66}" dt="2026-07-28T18:48:08.371" v="2157"/>
          <ac:spMkLst>
            <pc:docMk/>
            <pc:sldMk cId="3818378936" sldId="280"/>
            <ac:spMk id="2" creationId="{B4EF808A-3740-EBA4-B96B-42544485AD0B}"/>
          </ac:spMkLst>
        </pc:spChg>
        <pc:spChg chg="mod">
          <ac:chgData name="salwa.j005@hotmail.com" userId="5809329472305033" providerId="LiveId" clId="{7EBACC9B-A95A-4D7E-B6C1-2308863C7D66}" dt="2026-07-28T18:29:45.691" v="2056" actId="113"/>
          <ac:spMkLst>
            <pc:docMk/>
            <pc:sldMk cId="3818378936" sldId="280"/>
            <ac:spMk id="4" creationId="{23E14006-EA3A-2E0D-6034-6A73D898B276}"/>
          </ac:spMkLst>
        </pc:spChg>
        <pc:picChg chg="add mod ord">
          <ac:chgData name="salwa.j005@hotmail.com" userId="5809329472305033" providerId="LiveId" clId="{7EBACC9B-A95A-4D7E-B6C1-2308863C7D66}" dt="2026-07-28T17:44:06.422" v="1986" actId="1076"/>
          <ac:picMkLst>
            <pc:docMk/>
            <pc:sldMk cId="3818378936" sldId="280"/>
            <ac:picMk id="6" creationId="{A8ADA267-F248-B79E-F1AD-DF9AA007E07D}"/>
          </ac:picMkLst>
        </pc:picChg>
        <pc:picChg chg="add mod">
          <ac:chgData name="salwa.j005@hotmail.com" userId="5809329472305033" providerId="LiveId" clId="{7EBACC9B-A95A-4D7E-B6C1-2308863C7D66}" dt="2026-07-28T17:44:15.053" v="1989" actId="14100"/>
          <ac:picMkLst>
            <pc:docMk/>
            <pc:sldMk cId="3818378936" sldId="280"/>
            <ac:picMk id="8" creationId="{161E65C8-211D-CD6B-9889-A2C87DD0F38A}"/>
          </ac:picMkLst>
        </pc:picChg>
        <pc:picChg chg="add mod">
          <ac:chgData name="salwa.j005@hotmail.com" userId="5809329472305033" providerId="LiveId" clId="{7EBACC9B-A95A-4D7E-B6C1-2308863C7D66}" dt="2026-07-28T17:44:27.478" v="1992" actId="1076"/>
          <ac:picMkLst>
            <pc:docMk/>
            <pc:sldMk cId="3818378936" sldId="280"/>
            <ac:picMk id="10" creationId="{28EDB084-05DE-4077-BFF0-04CD022653EA}"/>
          </ac:picMkLst>
        </pc:picChg>
      </pc:sldChg>
      <pc:sldChg chg="addSp delSp modSp new mod">
        <pc:chgData name="salwa.j005@hotmail.com" userId="5809329472305033" providerId="LiveId" clId="{7EBACC9B-A95A-4D7E-B6C1-2308863C7D66}" dt="2026-07-28T18:48:16.629" v="2158"/>
        <pc:sldMkLst>
          <pc:docMk/>
          <pc:sldMk cId="2564013477" sldId="281"/>
        </pc:sldMkLst>
        <pc:spChg chg="mod">
          <ac:chgData name="salwa.j005@hotmail.com" userId="5809329472305033" providerId="LiveId" clId="{7EBACC9B-A95A-4D7E-B6C1-2308863C7D66}" dt="2026-07-28T18:48:16.629" v="2158"/>
          <ac:spMkLst>
            <pc:docMk/>
            <pc:sldMk cId="2564013477" sldId="281"/>
            <ac:spMk id="2" creationId="{A42A0B02-108C-9693-6CAB-070263D4CF6C}"/>
          </ac:spMkLst>
        </pc:spChg>
        <pc:spChg chg="mod">
          <ac:chgData name="salwa.j005@hotmail.com" userId="5809329472305033" providerId="LiveId" clId="{7EBACC9B-A95A-4D7E-B6C1-2308863C7D66}" dt="2026-07-28T18:47:14.692" v="2148" actId="255"/>
          <ac:spMkLst>
            <pc:docMk/>
            <pc:sldMk cId="2564013477" sldId="281"/>
            <ac:spMk id="4" creationId="{4DA53517-CFBD-F7EC-B7B3-1D00E9D26D3A}"/>
          </ac:spMkLst>
        </pc:spChg>
        <pc:picChg chg="add mod ord">
          <ac:chgData name="salwa.j005@hotmail.com" userId="5809329472305033" providerId="LiveId" clId="{7EBACC9B-A95A-4D7E-B6C1-2308863C7D66}" dt="2026-07-28T18:45:02.395" v="2096" actId="14100"/>
          <ac:picMkLst>
            <pc:docMk/>
            <pc:sldMk cId="2564013477" sldId="281"/>
            <ac:picMk id="6" creationId="{8D724708-EAEC-4AA7-E7D8-2C516AB415D7}"/>
          </ac:picMkLst>
        </pc:picChg>
        <pc:picChg chg="add mod">
          <ac:chgData name="salwa.j005@hotmail.com" userId="5809329472305033" providerId="LiveId" clId="{7EBACC9B-A95A-4D7E-B6C1-2308863C7D66}" dt="2026-07-28T18:45:07.119" v="2097" actId="1076"/>
          <ac:picMkLst>
            <pc:docMk/>
            <pc:sldMk cId="2564013477" sldId="281"/>
            <ac:picMk id="8" creationId="{0FC58D09-A5EC-8FB9-BA91-261130767C71}"/>
          </ac:picMkLst>
        </pc:picChg>
        <pc:picChg chg="add mod">
          <ac:chgData name="salwa.j005@hotmail.com" userId="5809329472305033" providerId="LiveId" clId="{7EBACC9B-A95A-4D7E-B6C1-2308863C7D66}" dt="2026-07-28T18:45:24.169" v="2101" actId="1076"/>
          <ac:picMkLst>
            <pc:docMk/>
            <pc:sldMk cId="2564013477" sldId="281"/>
            <ac:picMk id="10" creationId="{471B0AA7-513A-758A-FE63-A0FFFC66156D}"/>
          </ac:picMkLst>
        </pc:picChg>
      </pc:sldChg>
      <pc:sldChg chg="addSp delSp modSp new mod">
        <pc:chgData name="salwa.j005@hotmail.com" userId="5809329472305033" providerId="LiveId" clId="{7EBACC9B-A95A-4D7E-B6C1-2308863C7D66}" dt="2026-08-05T10:56:55.299" v="2809" actId="1076"/>
        <pc:sldMkLst>
          <pc:docMk/>
          <pc:sldMk cId="3792581801" sldId="282"/>
        </pc:sldMkLst>
        <pc:spChg chg="mod">
          <ac:chgData name="salwa.j005@hotmail.com" userId="5809329472305033" providerId="LiveId" clId="{7EBACC9B-A95A-4D7E-B6C1-2308863C7D66}" dt="2026-08-05T10:43:53.921" v="2651"/>
          <ac:spMkLst>
            <pc:docMk/>
            <pc:sldMk cId="3792581801" sldId="282"/>
            <ac:spMk id="2" creationId="{2985A098-89E5-D679-6ABC-CE562DFF35B7}"/>
          </ac:spMkLst>
        </pc:spChg>
        <pc:spChg chg="del">
          <ac:chgData name="salwa.j005@hotmail.com" userId="5809329472305033" providerId="LiveId" clId="{7EBACC9B-A95A-4D7E-B6C1-2308863C7D66}" dt="2026-08-05T10:19:02.602" v="2426" actId="931"/>
          <ac:spMkLst>
            <pc:docMk/>
            <pc:sldMk cId="3792581801" sldId="282"/>
            <ac:spMk id="3" creationId="{CAD77936-1589-2D94-1CE2-FFB43560C403}"/>
          </ac:spMkLst>
        </pc:spChg>
        <pc:spChg chg="mod">
          <ac:chgData name="salwa.j005@hotmail.com" userId="5809329472305033" providerId="LiveId" clId="{7EBACC9B-A95A-4D7E-B6C1-2308863C7D66}" dt="2026-08-05T10:56:47.646" v="2806" actId="14100"/>
          <ac:spMkLst>
            <pc:docMk/>
            <pc:sldMk cId="3792581801" sldId="282"/>
            <ac:spMk id="4" creationId="{4684D390-11E5-3B9F-747B-18930219BE48}"/>
          </ac:spMkLst>
        </pc:spChg>
        <pc:picChg chg="add mod ord">
          <ac:chgData name="salwa.j005@hotmail.com" userId="5809329472305033" providerId="LiveId" clId="{7EBACC9B-A95A-4D7E-B6C1-2308863C7D66}" dt="2026-08-05T10:56:55.299" v="2809" actId="1076"/>
          <ac:picMkLst>
            <pc:docMk/>
            <pc:sldMk cId="3792581801" sldId="282"/>
            <ac:picMk id="6" creationId="{A6A95223-C2EA-661B-15A5-60463B36E6D5}"/>
          </ac:picMkLst>
        </pc:picChg>
        <pc:picChg chg="add mod">
          <ac:chgData name="salwa.j005@hotmail.com" userId="5809329472305033" providerId="LiveId" clId="{7EBACC9B-A95A-4D7E-B6C1-2308863C7D66}" dt="2026-08-05T10:56:40.096" v="2804" actId="14100"/>
          <ac:picMkLst>
            <pc:docMk/>
            <pc:sldMk cId="3792581801" sldId="282"/>
            <ac:picMk id="8" creationId="{57114BA2-C2C3-3668-3C19-180F6D3ADB8F}"/>
          </ac:picMkLst>
        </pc:picChg>
      </pc:sldChg>
      <pc:sldChg chg="addSp delSp modSp new mod">
        <pc:chgData name="salwa.j005@hotmail.com" userId="5809329472305033" providerId="LiveId" clId="{7EBACC9B-A95A-4D7E-B6C1-2308863C7D66}" dt="2026-08-05T10:43:43.906" v="2650"/>
        <pc:sldMkLst>
          <pc:docMk/>
          <pc:sldMk cId="2055385026" sldId="283"/>
        </pc:sldMkLst>
        <pc:spChg chg="mod">
          <ac:chgData name="salwa.j005@hotmail.com" userId="5809329472305033" providerId="LiveId" clId="{7EBACC9B-A95A-4D7E-B6C1-2308863C7D66}" dt="2026-08-05T10:43:43.906" v="2650"/>
          <ac:spMkLst>
            <pc:docMk/>
            <pc:sldMk cId="2055385026" sldId="283"/>
            <ac:spMk id="2" creationId="{EB512459-D17D-1A79-8058-68825B17EED5}"/>
          </ac:spMkLst>
        </pc:spChg>
        <pc:spChg chg="del">
          <ac:chgData name="salwa.j005@hotmail.com" userId="5809329472305033" providerId="LiveId" clId="{7EBACC9B-A95A-4D7E-B6C1-2308863C7D66}" dt="2026-08-05T10:29:14.524" v="2486" actId="931"/>
          <ac:spMkLst>
            <pc:docMk/>
            <pc:sldMk cId="2055385026" sldId="283"/>
            <ac:spMk id="3" creationId="{70484AF9-F1A8-9ADC-F231-FD5D466F8CEA}"/>
          </ac:spMkLst>
        </pc:spChg>
        <pc:spChg chg="del">
          <ac:chgData name="salwa.j005@hotmail.com" userId="5809329472305033" providerId="LiveId" clId="{7EBACC9B-A95A-4D7E-B6C1-2308863C7D66}" dt="2026-08-05T10:29:30.267" v="2490" actId="931"/>
          <ac:spMkLst>
            <pc:docMk/>
            <pc:sldMk cId="2055385026" sldId="283"/>
            <ac:spMk id="4" creationId="{6697C5D8-FE06-E901-6D85-EAFF86538B91}"/>
          </ac:spMkLst>
        </pc:spChg>
        <pc:spChg chg="add mod">
          <ac:chgData name="salwa.j005@hotmail.com" userId="5809329472305033" providerId="LiveId" clId="{7EBACC9B-A95A-4D7E-B6C1-2308863C7D66}" dt="2026-08-05T10:32:13.535" v="2560" actId="20577"/>
          <ac:spMkLst>
            <pc:docMk/>
            <pc:sldMk cId="2055385026" sldId="283"/>
            <ac:spMk id="10" creationId="{B84B9E98-FFBA-9237-7ADF-E2BE417073E2}"/>
          </ac:spMkLst>
        </pc:spChg>
        <pc:picChg chg="add mod ord">
          <ac:chgData name="salwa.j005@hotmail.com" userId="5809329472305033" providerId="LiveId" clId="{7EBACC9B-A95A-4D7E-B6C1-2308863C7D66}" dt="2026-08-05T10:31:22.445" v="2527" actId="1076"/>
          <ac:picMkLst>
            <pc:docMk/>
            <pc:sldMk cId="2055385026" sldId="283"/>
            <ac:picMk id="6" creationId="{566A0978-7BE6-8FB8-B737-6E4342EBB76B}"/>
          </ac:picMkLst>
        </pc:picChg>
        <pc:picChg chg="add del mod ord">
          <ac:chgData name="salwa.j005@hotmail.com" userId="5809329472305033" providerId="LiveId" clId="{7EBACC9B-A95A-4D7E-B6C1-2308863C7D66}" dt="2026-08-05T10:29:58.347" v="2496" actId="21"/>
          <ac:picMkLst>
            <pc:docMk/>
            <pc:sldMk cId="2055385026" sldId="283"/>
            <ac:picMk id="8" creationId="{262D88B4-0DE0-875A-C91E-34840080696F}"/>
          </ac:picMkLst>
        </pc:picChg>
        <pc:picChg chg="add mod">
          <ac:chgData name="salwa.j005@hotmail.com" userId="5809329472305033" providerId="LiveId" clId="{7EBACC9B-A95A-4D7E-B6C1-2308863C7D66}" dt="2026-08-05T10:31:19.247" v="2526" actId="1076"/>
          <ac:picMkLst>
            <pc:docMk/>
            <pc:sldMk cId="2055385026" sldId="283"/>
            <ac:picMk id="12" creationId="{47443A80-C36C-A961-5A8D-9469B001E270}"/>
          </ac:picMkLst>
        </pc:picChg>
      </pc:sldChg>
      <pc:sldChg chg="addSp delSp modSp new mod">
        <pc:chgData name="salwa.j005@hotmail.com" userId="5809329472305033" providerId="LiveId" clId="{7EBACC9B-A95A-4D7E-B6C1-2308863C7D66}" dt="2026-08-05T10:43:28.786" v="2649"/>
        <pc:sldMkLst>
          <pc:docMk/>
          <pc:sldMk cId="718364790" sldId="284"/>
        </pc:sldMkLst>
        <pc:spChg chg="mod">
          <ac:chgData name="salwa.j005@hotmail.com" userId="5809329472305033" providerId="LiveId" clId="{7EBACC9B-A95A-4D7E-B6C1-2308863C7D66}" dt="2026-08-05T10:43:28.786" v="2649"/>
          <ac:spMkLst>
            <pc:docMk/>
            <pc:sldMk cId="718364790" sldId="284"/>
            <ac:spMk id="2" creationId="{C630B121-E5F1-AD9E-7ECC-7E7178921D6F}"/>
          </ac:spMkLst>
        </pc:spChg>
        <pc:spChg chg="del">
          <ac:chgData name="salwa.j005@hotmail.com" userId="5809329472305033" providerId="LiveId" clId="{7EBACC9B-A95A-4D7E-B6C1-2308863C7D66}" dt="2026-08-05T10:39:14.912" v="2582" actId="931"/>
          <ac:spMkLst>
            <pc:docMk/>
            <pc:sldMk cId="718364790" sldId="284"/>
            <ac:spMk id="3" creationId="{C1381A32-EF2E-CBD2-49B6-3F9013F66B38}"/>
          </ac:spMkLst>
        </pc:spChg>
        <pc:spChg chg="mod">
          <ac:chgData name="salwa.j005@hotmail.com" userId="5809329472305033" providerId="LiveId" clId="{7EBACC9B-A95A-4D7E-B6C1-2308863C7D66}" dt="2026-08-05T10:42:50.626" v="2647" actId="113"/>
          <ac:spMkLst>
            <pc:docMk/>
            <pc:sldMk cId="718364790" sldId="284"/>
            <ac:spMk id="4" creationId="{EA54F0DA-7AC6-2EA0-FDE0-EC7ECD06044E}"/>
          </ac:spMkLst>
        </pc:spChg>
        <pc:picChg chg="add mod ord">
          <ac:chgData name="salwa.j005@hotmail.com" userId="5809329472305033" providerId="LiveId" clId="{7EBACC9B-A95A-4D7E-B6C1-2308863C7D66}" dt="2026-08-05T10:42:17.682" v="2644" actId="1076"/>
          <ac:picMkLst>
            <pc:docMk/>
            <pc:sldMk cId="718364790" sldId="284"/>
            <ac:picMk id="6" creationId="{A984628E-20B4-5B88-36B4-A759F8D4A9DA}"/>
          </ac:picMkLst>
        </pc:picChg>
        <pc:picChg chg="add mod">
          <ac:chgData name="salwa.j005@hotmail.com" userId="5809329472305033" providerId="LiveId" clId="{7EBACC9B-A95A-4D7E-B6C1-2308863C7D66}" dt="2026-08-05T10:42:12.492" v="2643" actId="14100"/>
          <ac:picMkLst>
            <pc:docMk/>
            <pc:sldMk cId="718364790" sldId="284"/>
            <ac:picMk id="8" creationId="{07CE7CA7-2EF4-6D2B-93BC-666CBA1DA5BA}"/>
          </ac:picMkLst>
        </pc:picChg>
      </pc:sldChg>
      <pc:sldChg chg="addSp delSp modSp new mod">
        <pc:chgData name="salwa.j005@hotmail.com" userId="5809329472305033" providerId="LiveId" clId="{7EBACC9B-A95A-4D7E-B6C1-2308863C7D66}" dt="2026-08-05T10:54:47.299" v="2760" actId="20577"/>
        <pc:sldMkLst>
          <pc:docMk/>
          <pc:sldMk cId="2388777311" sldId="285"/>
        </pc:sldMkLst>
        <pc:spChg chg="mod">
          <ac:chgData name="salwa.j005@hotmail.com" userId="5809329472305033" providerId="LiveId" clId="{7EBACC9B-A95A-4D7E-B6C1-2308863C7D66}" dt="2026-08-05T10:51:25.382" v="2672" actId="207"/>
          <ac:spMkLst>
            <pc:docMk/>
            <pc:sldMk cId="2388777311" sldId="285"/>
            <ac:spMk id="2" creationId="{8F36A2CD-3ADE-5729-7201-593870277006}"/>
          </ac:spMkLst>
        </pc:spChg>
        <pc:spChg chg="del">
          <ac:chgData name="salwa.j005@hotmail.com" userId="5809329472305033" providerId="LiveId" clId="{7EBACC9B-A95A-4D7E-B6C1-2308863C7D66}" dt="2026-08-05T10:53:12.770" v="2680" actId="931"/>
          <ac:spMkLst>
            <pc:docMk/>
            <pc:sldMk cId="2388777311" sldId="285"/>
            <ac:spMk id="3" creationId="{D18F899C-D623-0322-091C-913BB0704BB5}"/>
          </ac:spMkLst>
        </pc:spChg>
        <pc:spChg chg="mod">
          <ac:chgData name="salwa.j005@hotmail.com" userId="5809329472305033" providerId="LiveId" clId="{7EBACC9B-A95A-4D7E-B6C1-2308863C7D66}" dt="2026-08-05T10:54:47.299" v="2760" actId="20577"/>
          <ac:spMkLst>
            <pc:docMk/>
            <pc:sldMk cId="2388777311" sldId="285"/>
            <ac:spMk id="4" creationId="{A4F10C79-0527-D16F-CEF4-C942134A691C}"/>
          </ac:spMkLst>
        </pc:spChg>
        <pc:picChg chg="add mod ord">
          <ac:chgData name="salwa.j005@hotmail.com" userId="5809329472305033" providerId="LiveId" clId="{7EBACC9B-A95A-4D7E-B6C1-2308863C7D66}" dt="2026-08-05T10:53:39.278" v="2691" actId="1076"/>
          <ac:picMkLst>
            <pc:docMk/>
            <pc:sldMk cId="2388777311" sldId="285"/>
            <ac:picMk id="6" creationId="{0B10C130-0A57-3721-E651-34EF19592740}"/>
          </ac:picMkLst>
        </pc:picChg>
        <pc:picChg chg="add mod">
          <ac:chgData name="salwa.j005@hotmail.com" userId="5809329472305033" providerId="LiveId" clId="{7EBACC9B-A95A-4D7E-B6C1-2308863C7D66}" dt="2026-08-05T10:53:34.487" v="2688" actId="1076"/>
          <ac:picMkLst>
            <pc:docMk/>
            <pc:sldMk cId="2388777311" sldId="285"/>
            <ac:picMk id="8" creationId="{485AA801-C1BA-CF7D-DABD-CBC7D1C320C8}"/>
          </ac:picMkLst>
        </pc:picChg>
      </pc:sldChg>
      <pc:sldChg chg="addSp delSp modSp new mod">
        <pc:chgData name="salwa.j005@hotmail.com" userId="5809329472305033" providerId="LiveId" clId="{7EBACC9B-A95A-4D7E-B6C1-2308863C7D66}" dt="2026-08-05T11:07:59.004" v="2912" actId="207"/>
        <pc:sldMkLst>
          <pc:docMk/>
          <pc:sldMk cId="3580733315" sldId="286"/>
        </pc:sldMkLst>
        <pc:spChg chg="mod">
          <ac:chgData name="salwa.j005@hotmail.com" userId="5809329472305033" providerId="LiveId" clId="{7EBACC9B-A95A-4D7E-B6C1-2308863C7D66}" dt="2026-08-05T11:07:59.004" v="2912" actId="207"/>
          <ac:spMkLst>
            <pc:docMk/>
            <pc:sldMk cId="3580733315" sldId="286"/>
            <ac:spMk id="2" creationId="{E87A777E-B572-2DCD-2FC6-80BDCC306FC7}"/>
          </ac:spMkLst>
        </pc:spChg>
        <pc:picChg chg="add del mod">
          <ac:chgData name="salwa.j005@hotmail.com" userId="5809329472305033" providerId="LiveId" clId="{7EBACC9B-A95A-4D7E-B6C1-2308863C7D66}" dt="2026-08-05T10:59:05.309" v="2839" actId="21"/>
          <ac:picMkLst>
            <pc:docMk/>
            <pc:sldMk cId="3580733315" sldId="286"/>
            <ac:picMk id="4" creationId="{84DDB262-D010-424B-89D6-344DB6167B9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2B3B27-A414-4C0A-84EE-3FC97B173D49}" type="datetimeFigureOut">
              <a:rPr lang="en-IN" smtClean="0"/>
              <a:t>05-08-2026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D9E85E-D4E1-421A-9317-4D7516143E08}" type="slidenum">
              <a:rPr lang="en-IN" smtClean="0"/>
              <a:t>‹#›</a:t>
            </a:fld>
            <a:endParaRPr lang="en-IN"/>
          </a:p>
        </p:txBody>
      </p:sp>
    </p:spTree>
    <p:extLst>
      <p:ext uri="{BB962C8B-B14F-4D97-AF65-F5344CB8AC3E}">
        <p14:creationId xmlns:p14="http://schemas.microsoft.com/office/powerpoint/2010/main" val="3424990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E07388-C985-4735-874C-C089DB074072}"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3922267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E07388-C985-4735-874C-C089DB074072}"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1233816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E07388-C985-4735-874C-C089DB074072}"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268574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E07388-C985-4735-874C-C089DB074072}"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3109146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E07388-C985-4735-874C-C089DB074072}" type="datetimeFigureOut">
              <a:rPr lang="en-IN" smtClean="0"/>
              <a:t>05-08-2026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718378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E07388-C985-4735-874C-C089DB074072}" type="datetimeFigureOut">
              <a:rPr lang="en-IN" smtClean="0"/>
              <a:t>05-08-2026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2414952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5E07388-C985-4735-874C-C089DB074072}" type="datetimeFigureOut">
              <a:rPr lang="en-IN" smtClean="0"/>
              <a:t>05-08-2026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1288224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E07388-C985-4735-874C-C089DB074072}"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1048526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E07388-C985-4735-874C-C089DB074072}"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2287397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E07388-C985-4735-874C-C089DB074072}"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3233305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E07388-C985-4735-874C-C089DB074072}"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1889607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E07388-C985-4735-874C-C089DB074072}"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AE42FB-6601-4B78-B606-8BAE5CC08E0D}"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576757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E07388-C985-4735-874C-C089DB074072}"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407536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5E07388-C985-4735-874C-C089DB074072}" type="datetimeFigureOut">
              <a:rPr lang="en-IN" smtClean="0"/>
              <a:t>05-08-2026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3913337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5E07388-C985-4735-874C-C089DB074072}" type="datetimeFigureOut">
              <a:rPr lang="en-IN" smtClean="0"/>
              <a:t>05-08-2026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305135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E07388-C985-4735-874C-C089DB074072}"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32340368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E07388-C985-4735-874C-C089DB074072}"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AE42FB-6601-4B78-B606-8BAE5CC08E0D}" type="slidenum">
              <a:rPr lang="en-IN" smtClean="0"/>
              <a:t>‹#›</a:t>
            </a:fld>
            <a:endParaRPr lang="en-IN"/>
          </a:p>
        </p:txBody>
      </p:sp>
    </p:spTree>
    <p:extLst>
      <p:ext uri="{BB962C8B-B14F-4D97-AF65-F5344CB8AC3E}">
        <p14:creationId xmlns:p14="http://schemas.microsoft.com/office/powerpoint/2010/main" val="2180043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5E07388-C985-4735-874C-C089DB074072}" type="datetimeFigureOut">
              <a:rPr lang="en-IN" smtClean="0"/>
              <a:t>05-08-2026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FAE42FB-6601-4B78-B606-8BAE5CC08E0D}" type="slidenum">
              <a:rPr lang="en-IN" smtClean="0"/>
              <a:t>‹#›</a:t>
            </a:fld>
            <a:endParaRPr lang="en-IN"/>
          </a:p>
        </p:txBody>
      </p:sp>
    </p:spTree>
    <p:extLst>
      <p:ext uri="{BB962C8B-B14F-4D97-AF65-F5344CB8AC3E}">
        <p14:creationId xmlns:p14="http://schemas.microsoft.com/office/powerpoint/2010/main" val="21541209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xml"/><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D87CA-89B4-E394-A72C-20729FC00346}"/>
              </a:ext>
            </a:extLst>
          </p:cNvPr>
          <p:cNvSpPr>
            <a:spLocks noGrp="1"/>
          </p:cNvSpPr>
          <p:nvPr>
            <p:ph type="ctrTitle"/>
          </p:nvPr>
        </p:nvSpPr>
        <p:spPr/>
        <p:txBody>
          <a:bodyPr anchor="ctr"/>
          <a:lstStyle/>
          <a:p>
            <a:pPr>
              <a:lnSpc>
                <a:spcPct val="100000"/>
              </a:lnSpc>
            </a:pPr>
            <a:r>
              <a:rPr lang="en-US" dirty="0">
                <a:solidFill>
                  <a:schemeClr val="tx2"/>
                </a:solidFill>
                <a:latin typeface="Bodoni MT" panose="02070603080606020203" pitchFamily="18" charset="0"/>
              </a:rPr>
              <a:t>GYM Management system</a:t>
            </a:r>
            <a:endParaRPr lang="en-IN" dirty="0">
              <a:solidFill>
                <a:schemeClr val="tx2"/>
              </a:solidFill>
              <a:latin typeface="Bodoni MT" panose="02070603080606020203" pitchFamily="18" charset="0"/>
            </a:endParaRPr>
          </a:p>
        </p:txBody>
      </p:sp>
      <p:sp>
        <p:nvSpPr>
          <p:cNvPr id="3" name="Subtitle 2">
            <a:extLst>
              <a:ext uri="{FF2B5EF4-FFF2-40B4-BE49-F238E27FC236}">
                <a16:creationId xmlns:a16="http://schemas.microsoft.com/office/drawing/2014/main" id="{EBF657C4-8048-227F-769E-B5438C870A22}"/>
              </a:ext>
            </a:extLst>
          </p:cNvPr>
          <p:cNvSpPr>
            <a:spLocks noGrp="1"/>
          </p:cNvSpPr>
          <p:nvPr>
            <p:ph type="subTitle" idx="1"/>
          </p:nvPr>
        </p:nvSpPr>
        <p:spPr/>
        <p:txBody>
          <a:bodyPr/>
          <a:lstStyle/>
          <a:p>
            <a:endParaRPr lang="en-IN" dirty="0"/>
          </a:p>
        </p:txBody>
      </p:sp>
      <p:pic>
        <p:nvPicPr>
          <p:cNvPr id="5" name="Picture 4">
            <a:extLst>
              <a:ext uri="{FF2B5EF4-FFF2-40B4-BE49-F238E27FC236}">
                <a16:creationId xmlns:a16="http://schemas.microsoft.com/office/drawing/2014/main" id="{67B4DB50-B733-847E-4351-8A02CACD26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012" y="3809997"/>
            <a:ext cx="8689976" cy="1447801"/>
          </a:xfrm>
          <a:prstGeom prst="rect">
            <a:avLst/>
          </a:prstGeom>
        </p:spPr>
      </p:pic>
    </p:spTree>
    <p:extLst>
      <p:ext uri="{BB962C8B-B14F-4D97-AF65-F5344CB8AC3E}">
        <p14:creationId xmlns:p14="http://schemas.microsoft.com/office/powerpoint/2010/main" val="963709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DAC35E-3C14-9EAF-ACA6-B334211C05E2}"/>
              </a:ext>
            </a:extLst>
          </p:cNvPr>
          <p:cNvSpPr>
            <a:spLocks noGrp="1"/>
          </p:cNvSpPr>
          <p:nvPr>
            <p:ph type="title"/>
          </p:nvPr>
        </p:nvSpPr>
        <p:spPr>
          <a:xfrm>
            <a:off x="913148" y="609598"/>
            <a:ext cx="5934969" cy="2023254"/>
          </a:xfrm>
        </p:spPr>
        <p:txBody>
          <a:bodyPr anchor="ctr"/>
          <a:lstStyle/>
          <a:p>
            <a:pPr algn="l"/>
            <a:r>
              <a:rPr lang="en-US" b="1" dirty="0">
                <a:solidFill>
                  <a:schemeClr val="tx2"/>
                </a:solidFill>
                <a:latin typeface="Bodoni MT" panose="02070603080606020203" pitchFamily="18" charset="0"/>
              </a:rPr>
              <a:t>abstract</a:t>
            </a:r>
            <a:endParaRPr lang="en-IN" b="1" dirty="0">
              <a:solidFill>
                <a:schemeClr val="tx2"/>
              </a:solidFill>
              <a:latin typeface="Bodoni MT" panose="02070603080606020203" pitchFamily="18" charset="0"/>
            </a:endParaRPr>
          </a:p>
        </p:txBody>
      </p:sp>
      <p:sp>
        <p:nvSpPr>
          <p:cNvPr id="6" name="Text Placeholder 5">
            <a:extLst>
              <a:ext uri="{FF2B5EF4-FFF2-40B4-BE49-F238E27FC236}">
                <a16:creationId xmlns:a16="http://schemas.microsoft.com/office/drawing/2014/main" id="{D0524375-A021-7D3C-D482-5F52AD4E3122}"/>
              </a:ext>
            </a:extLst>
          </p:cNvPr>
          <p:cNvSpPr>
            <a:spLocks noGrp="1"/>
          </p:cNvSpPr>
          <p:nvPr>
            <p:ph type="body" sz="half" idx="2"/>
          </p:nvPr>
        </p:nvSpPr>
        <p:spPr/>
        <p:txBody>
          <a:bodyPr anchor="ctr"/>
          <a:lstStyle/>
          <a:p>
            <a:pPr algn="l"/>
            <a:r>
              <a:rPr lang="en-IN" dirty="0">
                <a:solidFill>
                  <a:schemeClr val="tx2"/>
                </a:solidFill>
                <a:latin typeface="Aptos Narrow" panose="020B0004020202020204" pitchFamily="34" charset="0"/>
              </a:rPr>
              <a:t>The </a:t>
            </a:r>
            <a:r>
              <a:rPr lang="en-IN" b="1" dirty="0">
                <a:solidFill>
                  <a:schemeClr val="tx2"/>
                </a:solidFill>
                <a:latin typeface="Aptos Narrow" panose="020B0004020202020204" pitchFamily="34" charset="0"/>
              </a:rPr>
              <a:t>Gym Management System</a:t>
            </a:r>
            <a:r>
              <a:rPr lang="en-IN" dirty="0">
                <a:solidFill>
                  <a:schemeClr val="tx2"/>
                </a:solidFill>
                <a:latin typeface="Aptos Narrow" panose="020B0004020202020204" pitchFamily="34" charset="0"/>
              </a:rPr>
              <a:t> is a database project developed using </a:t>
            </a:r>
            <a:r>
              <a:rPr lang="en-IN" b="1" dirty="0">
                <a:solidFill>
                  <a:schemeClr val="tx2"/>
                </a:solidFill>
                <a:latin typeface="Aptos Narrow" panose="020B0004020202020204" pitchFamily="34" charset="0"/>
              </a:rPr>
              <a:t>MySQL</a:t>
            </a:r>
            <a:r>
              <a:rPr lang="en-IN" dirty="0">
                <a:solidFill>
                  <a:schemeClr val="tx2"/>
                </a:solidFill>
                <a:latin typeface="Aptos Narrow" panose="020B0004020202020204" pitchFamily="34" charset="0"/>
              </a:rPr>
              <a:t> to efficiently manage the daily operations of a gym. The system stores and organizes important information such as member details, trainer information, membership plans, attendance records, and payment history in a centralized database. It helps reduce manual paperwork, improves data accuracy, and makes it easier to search, update, and retrieve records whenever required.</a:t>
            </a:r>
          </a:p>
        </p:txBody>
      </p:sp>
      <p:pic>
        <p:nvPicPr>
          <p:cNvPr id="7" name="Picture Placeholder 6">
            <a:extLst>
              <a:ext uri="{FF2B5EF4-FFF2-40B4-BE49-F238E27FC236}">
                <a16:creationId xmlns:a16="http://schemas.microsoft.com/office/drawing/2014/main" id="{E8BC7C56-B800-47AD-6551-77671206D33B}"/>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814" r="2814"/>
          <a:stretch>
            <a:fillRect/>
          </a:stretch>
        </p:blipFill>
        <p:spPr>
          <a:xfrm>
            <a:off x="7138220" y="609601"/>
            <a:ext cx="4689986"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341871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742F3-6CA3-64E4-13A4-4E834A0EC53D}"/>
              </a:ext>
            </a:extLst>
          </p:cNvPr>
          <p:cNvSpPr>
            <a:spLocks noGrp="1"/>
          </p:cNvSpPr>
          <p:nvPr>
            <p:ph type="title"/>
          </p:nvPr>
        </p:nvSpPr>
        <p:spPr>
          <a:xfrm>
            <a:off x="1" y="-1"/>
            <a:ext cx="12191999" cy="825910"/>
          </a:xfrm>
          <a:solidFill>
            <a:schemeClr val="bg2"/>
          </a:solidFill>
        </p:spPr>
        <p:txBody>
          <a:bodyPr anchor="ctr">
            <a:normAutofit/>
          </a:bodyPr>
          <a:lstStyle/>
          <a:p>
            <a:r>
              <a:rPr lang="en-IN" sz="4000" dirty="0">
                <a:solidFill>
                  <a:schemeClr val="tx2"/>
                </a:solidFill>
                <a:latin typeface="Bodoni MT" panose="02070603080606020203" pitchFamily="18" charset="0"/>
                <a:cs typeface="Arial" panose="020B0604020202020204" pitchFamily="34" charset="0"/>
              </a:rPr>
              <a:t>ER Diagram</a:t>
            </a:r>
          </a:p>
        </p:txBody>
      </p:sp>
      <p:pic>
        <p:nvPicPr>
          <p:cNvPr id="4" name="Picture 3">
            <a:extLst>
              <a:ext uri="{FF2B5EF4-FFF2-40B4-BE49-F238E27FC236}">
                <a16:creationId xmlns:a16="http://schemas.microsoft.com/office/drawing/2014/main" id="{A916653D-47E8-2F16-21B5-5791DB8970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7119" y="825909"/>
            <a:ext cx="8707088" cy="6032091"/>
          </a:xfrm>
          <a:prstGeom prst="rect">
            <a:avLst/>
          </a:prstGeom>
        </p:spPr>
      </p:pic>
    </p:spTree>
    <p:extLst>
      <p:ext uri="{BB962C8B-B14F-4D97-AF65-F5344CB8AC3E}">
        <p14:creationId xmlns:p14="http://schemas.microsoft.com/office/powerpoint/2010/main" val="4283801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A0-DA29-19E5-544E-0396817FE24A}"/>
              </a:ext>
            </a:extLst>
          </p:cNvPr>
          <p:cNvSpPr>
            <a:spLocks noGrp="1"/>
          </p:cNvSpPr>
          <p:nvPr>
            <p:ph type="title"/>
          </p:nvPr>
        </p:nvSpPr>
        <p:spPr>
          <a:xfrm>
            <a:off x="0" y="1"/>
            <a:ext cx="12191999" cy="1327354"/>
          </a:xfrm>
          <a:solidFill>
            <a:schemeClr val="bg2"/>
          </a:solidFill>
        </p:spPr>
        <p:txBody>
          <a:bodyPr anchor="t">
            <a:normAutofit/>
          </a:bodyPr>
          <a:lstStyle/>
          <a:p>
            <a:r>
              <a:rPr lang="en-IN" dirty="0">
                <a:solidFill>
                  <a:schemeClr val="tx2"/>
                </a:solidFill>
                <a:latin typeface="Bodoni MT" panose="02070603080606020203" pitchFamily="18" charset="0"/>
              </a:rPr>
              <a:t>Structure of Table</a:t>
            </a:r>
            <a:br>
              <a:rPr lang="en-IN" dirty="0">
                <a:solidFill>
                  <a:schemeClr val="tx2"/>
                </a:solidFill>
                <a:latin typeface="Bodoni MT" panose="02070603080606020203" pitchFamily="18" charset="0"/>
              </a:rPr>
            </a:br>
            <a:endParaRPr lang="en-IN" dirty="0">
              <a:solidFill>
                <a:schemeClr val="tx2"/>
              </a:solidFill>
            </a:endParaRPr>
          </a:p>
        </p:txBody>
      </p:sp>
      <p:pic>
        <p:nvPicPr>
          <p:cNvPr id="6" name="Content Placeholder 5">
            <a:extLst>
              <a:ext uri="{FF2B5EF4-FFF2-40B4-BE49-F238E27FC236}">
                <a16:creationId xmlns:a16="http://schemas.microsoft.com/office/drawing/2014/main" id="{B39AD508-35D6-F4C3-E78B-823F870F7B41}"/>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1610009"/>
            <a:ext cx="6019801" cy="3303402"/>
          </a:xfrm>
          <a:prstGeom prst="rect">
            <a:avLst/>
          </a:prstGeom>
        </p:spPr>
      </p:pic>
      <p:sp>
        <p:nvSpPr>
          <p:cNvPr id="4" name="Content Placeholder 3">
            <a:extLst>
              <a:ext uri="{FF2B5EF4-FFF2-40B4-BE49-F238E27FC236}">
                <a16:creationId xmlns:a16="http://schemas.microsoft.com/office/drawing/2014/main" id="{8C7E9A2C-9734-C866-4A6E-EAAC0917A6C8}"/>
              </a:ext>
            </a:extLst>
          </p:cNvPr>
          <p:cNvSpPr>
            <a:spLocks noGrp="1"/>
          </p:cNvSpPr>
          <p:nvPr>
            <p:ph sz="quarter" idx="14"/>
          </p:nvPr>
        </p:nvSpPr>
        <p:spPr/>
        <p:txBody>
          <a:bodyPr/>
          <a:lstStyle/>
          <a:p>
            <a:pPr marL="0" indent="0">
              <a:buNone/>
            </a:pPr>
            <a:r>
              <a:rPr lang="en-IN" b="1" cap="none" dirty="0" err="1">
                <a:solidFill>
                  <a:schemeClr val="tx2"/>
                </a:solidFill>
              </a:rPr>
              <a:t>Membership_plan</a:t>
            </a:r>
            <a:r>
              <a:rPr lang="en-IN" cap="none" dirty="0">
                <a:solidFill>
                  <a:schemeClr val="tx2"/>
                </a:solidFill>
              </a:rPr>
              <a:t> </a:t>
            </a:r>
            <a:r>
              <a:rPr lang="en-IN" b="1" cap="none" dirty="0">
                <a:solidFill>
                  <a:schemeClr val="tx2"/>
                </a:solidFill>
              </a:rPr>
              <a:t>Table</a:t>
            </a:r>
          </a:p>
          <a:p>
            <a:pPr marL="0" indent="0">
              <a:buNone/>
            </a:pPr>
            <a:r>
              <a:rPr lang="en-IN" cap="none" dirty="0">
                <a:solidFill>
                  <a:schemeClr val="tx2"/>
                </a:solidFill>
              </a:rPr>
              <a:t>This Table Stores All The Membership Plans Offered By The Gym, Including Their Name, Duration, And Fee. Each Plan Has A Unique Plan ID</a:t>
            </a:r>
            <a:r>
              <a:rPr lang="en-IN" dirty="0">
                <a:solidFill>
                  <a:schemeClr val="tx2"/>
                </a:solidFill>
              </a:rPr>
              <a:t>.</a:t>
            </a:r>
          </a:p>
          <a:p>
            <a:pPr marL="0" indent="0">
              <a:buNone/>
            </a:pPr>
            <a:r>
              <a:rPr lang="en-IN" cap="none" dirty="0">
                <a:solidFill>
                  <a:schemeClr val="tx2"/>
                </a:solidFill>
              </a:rPr>
              <a:t>Syntax: </a:t>
            </a:r>
            <a:r>
              <a:rPr lang="en-IN" cap="none" dirty="0" err="1">
                <a:solidFill>
                  <a:schemeClr val="tx2"/>
                </a:solidFill>
              </a:rPr>
              <a:t>Desc</a:t>
            </a:r>
            <a:r>
              <a:rPr lang="en-IN" cap="none" dirty="0">
                <a:solidFill>
                  <a:schemeClr val="tx2"/>
                </a:solidFill>
              </a:rPr>
              <a:t> </a:t>
            </a:r>
            <a:r>
              <a:rPr lang="en-IN" cap="none" dirty="0" err="1">
                <a:solidFill>
                  <a:schemeClr val="tx2"/>
                </a:solidFill>
              </a:rPr>
              <a:t>Membership_plan</a:t>
            </a:r>
            <a:r>
              <a:rPr lang="en-IN" cap="none" dirty="0">
                <a:solidFill>
                  <a:schemeClr val="tx2"/>
                </a:solidFill>
              </a:rPr>
              <a:t>;</a:t>
            </a:r>
          </a:p>
        </p:txBody>
      </p:sp>
      <p:sp>
        <p:nvSpPr>
          <p:cNvPr id="7" name="TextBox 6">
            <a:extLst>
              <a:ext uri="{FF2B5EF4-FFF2-40B4-BE49-F238E27FC236}">
                <a16:creationId xmlns:a16="http://schemas.microsoft.com/office/drawing/2014/main" id="{DE43CE65-7122-FCB0-D966-113818413EF0}"/>
              </a:ext>
            </a:extLst>
          </p:cNvPr>
          <p:cNvSpPr txBox="1"/>
          <p:nvPr/>
        </p:nvSpPr>
        <p:spPr>
          <a:xfrm>
            <a:off x="275302" y="580103"/>
            <a:ext cx="3303639" cy="461665"/>
          </a:xfrm>
          <a:prstGeom prst="rect">
            <a:avLst/>
          </a:prstGeom>
          <a:noFill/>
        </p:spPr>
        <p:txBody>
          <a:bodyPr wrap="square" rtlCol="0">
            <a:spAutoFit/>
          </a:bodyPr>
          <a:lstStyle/>
          <a:p>
            <a:r>
              <a:rPr lang="en-IN" sz="2400" dirty="0" err="1">
                <a:solidFill>
                  <a:schemeClr val="tx2"/>
                </a:solidFill>
                <a:latin typeface="+mj-lt"/>
              </a:rPr>
              <a:t>Membership</a:t>
            </a:r>
            <a:r>
              <a:rPr lang="en-IN" sz="2400" dirty="0" err="1">
                <a:solidFill>
                  <a:schemeClr val="tx2"/>
                </a:solidFill>
              </a:rPr>
              <a:t>_plan</a:t>
            </a:r>
            <a:r>
              <a:rPr lang="en-IN" sz="2400" dirty="0">
                <a:solidFill>
                  <a:schemeClr val="tx2"/>
                </a:solidFill>
              </a:rPr>
              <a:t> Table</a:t>
            </a:r>
          </a:p>
        </p:txBody>
      </p:sp>
      <p:pic>
        <p:nvPicPr>
          <p:cNvPr id="5" name="Picture 4">
            <a:extLst>
              <a:ext uri="{FF2B5EF4-FFF2-40B4-BE49-F238E27FC236}">
                <a16:creationId xmlns:a16="http://schemas.microsoft.com/office/drawing/2014/main" id="{80151372-81D4-206B-2E53-F3628B640D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23" y="4975069"/>
            <a:ext cx="4240786" cy="545843"/>
          </a:xfrm>
          <a:prstGeom prst="rect">
            <a:avLst/>
          </a:prstGeom>
        </p:spPr>
      </p:pic>
    </p:spTree>
    <p:extLst>
      <p:ext uri="{BB962C8B-B14F-4D97-AF65-F5344CB8AC3E}">
        <p14:creationId xmlns:p14="http://schemas.microsoft.com/office/powerpoint/2010/main" val="3635553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19E39-2047-A4A1-D942-4F9D0A446715}"/>
              </a:ext>
            </a:extLst>
          </p:cNvPr>
          <p:cNvSpPr>
            <a:spLocks noGrp="1"/>
          </p:cNvSpPr>
          <p:nvPr>
            <p:ph type="title"/>
          </p:nvPr>
        </p:nvSpPr>
        <p:spPr>
          <a:xfrm>
            <a:off x="-1" y="0"/>
            <a:ext cx="12192001" cy="1066800"/>
          </a:xfrm>
          <a:solidFill>
            <a:schemeClr val="bg2"/>
          </a:solidFill>
        </p:spPr>
        <p:txBody>
          <a:bodyPr vert="horz" lIns="91440" tIns="45720" rIns="91440" bIns="45720" rtlCol="0" anchor="ctr">
            <a:normAutofit/>
          </a:bodyPr>
          <a:lstStyle/>
          <a:p>
            <a:pPr algn="l"/>
            <a:r>
              <a:rPr lang="en-IN" dirty="0">
                <a:solidFill>
                  <a:schemeClr val="tx2"/>
                </a:solidFill>
              </a:rPr>
              <a:t>Members Table</a:t>
            </a:r>
          </a:p>
        </p:txBody>
      </p:sp>
      <p:pic>
        <p:nvPicPr>
          <p:cNvPr id="9" name="Content Placeholder 8">
            <a:extLst>
              <a:ext uri="{FF2B5EF4-FFF2-40B4-BE49-F238E27FC236}">
                <a16:creationId xmlns:a16="http://schemas.microsoft.com/office/drawing/2014/main" id="{D262014C-84DE-1CFB-E0D0-E446BF537EF2}"/>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 y="1353572"/>
            <a:ext cx="6823587" cy="3601886"/>
          </a:xfrm>
          <a:prstGeom prst="rect">
            <a:avLst/>
          </a:prstGeom>
        </p:spPr>
      </p:pic>
      <p:sp>
        <p:nvSpPr>
          <p:cNvPr id="7" name="Content Placeholder 6">
            <a:extLst>
              <a:ext uri="{FF2B5EF4-FFF2-40B4-BE49-F238E27FC236}">
                <a16:creationId xmlns:a16="http://schemas.microsoft.com/office/drawing/2014/main" id="{F7D479A7-0DDC-2DFD-5EBF-3D19B06E202A}"/>
              </a:ext>
            </a:extLst>
          </p:cNvPr>
          <p:cNvSpPr>
            <a:spLocks noGrp="1"/>
          </p:cNvSpPr>
          <p:nvPr>
            <p:ph sz="quarter" idx="14"/>
          </p:nvPr>
        </p:nvSpPr>
        <p:spPr>
          <a:xfrm>
            <a:off x="7315200" y="1602658"/>
            <a:ext cx="4601496" cy="4188542"/>
          </a:xfrm>
        </p:spPr>
        <p:txBody>
          <a:bodyPr/>
          <a:lstStyle/>
          <a:p>
            <a:pPr marL="0" indent="0">
              <a:buNone/>
            </a:pPr>
            <a:r>
              <a:rPr lang="en-IN" b="1" cap="none" dirty="0">
                <a:solidFill>
                  <a:schemeClr val="tx2"/>
                </a:solidFill>
              </a:rPr>
              <a:t>Members Table</a:t>
            </a:r>
          </a:p>
          <a:p>
            <a:pPr marL="0" indent="0">
              <a:buNone/>
            </a:pPr>
            <a:r>
              <a:rPr lang="en-IN" cap="none" dirty="0">
                <a:solidFill>
                  <a:schemeClr val="tx2"/>
                </a:solidFill>
              </a:rPr>
              <a:t>This Table Stores The Personal Details Of Gym Members, Such As Their Name, Gender, Phone Number, Email, And Joining Date. It Is Also Linked To The </a:t>
            </a:r>
            <a:r>
              <a:rPr lang="en-IN" cap="none" dirty="0" err="1">
                <a:solidFill>
                  <a:schemeClr val="tx2"/>
                </a:solidFill>
              </a:rPr>
              <a:t>Membership_plan</a:t>
            </a:r>
            <a:r>
              <a:rPr lang="en-IN" cap="none" dirty="0">
                <a:solidFill>
                  <a:schemeClr val="tx2"/>
                </a:solidFill>
              </a:rPr>
              <a:t> Table Through The Plan ID To Identify The Member's Selected Membership Plan.</a:t>
            </a:r>
          </a:p>
          <a:p>
            <a:pPr marL="0" indent="0">
              <a:buNone/>
            </a:pPr>
            <a:r>
              <a:rPr lang="en-IN" cap="none" dirty="0">
                <a:solidFill>
                  <a:schemeClr val="tx2"/>
                </a:solidFill>
              </a:rPr>
              <a:t>Syntax: </a:t>
            </a:r>
            <a:r>
              <a:rPr lang="en-IN" cap="none" dirty="0" err="1">
                <a:solidFill>
                  <a:schemeClr val="tx2"/>
                </a:solidFill>
              </a:rPr>
              <a:t>Desc</a:t>
            </a:r>
            <a:r>
              <a:rPr lang="en-IN" cap="none" dirty="0">
                <a:solidFill>
                  <a:schemeClr val="tx2"/>
                </a:solidFill>
              </a:rPr>
              <a:t> Members;</a:t>
            </a:r>
          </a:p>
        </p:txBody>
      </p:sp>
      <p:pic>
        <p:nvPicPr>
          <p:cNvPr id="3" name="Picture 2">
            <a:extLst>
              <a:ext uri="{FF2B5EF4-FFF2-40B4-BE49-F238E27FC236}">
                <a16:creationId xmlns:a16="http://schemas.microsoft.com/office/drawing/2014/main" id="{1929924F-94F1-2FE0-1525-147169E2A4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099237"/>
            <a:ext cx="3671212" cy="632969"/>
          </a:xfrm>
          <a:prstGeom prst="rect">
            <a:avLst/>
          </a:prstGeom>
        </p:spPr>
      </p:pic>
    </p:spTree>
    <p:extLst>
      <p:ext uri="{BB962C8B-B14F-4D97-AF65-F5344CB8AC3E}">
        <p14:creationId xmlns:p14="http://schemas.microsoft.com/office/powerpoint/2010/main" val="2616845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8B83-64A5-C233-4975-58DF4D99B9AC}"/>
              </a:ext>
            </a:extLst>
          </p:cNvPr>
          <p:cNvSpPr>
            <a:spLocks noGrp="1"/>
          </p:cNvSpPr>
          <p:nvPr>
            <p:ph type="title"/>
          </p:nvPr>
        </p:nvSpPr>
        <p:spPr>
          <a:xfrm>
            <a:off x="1" y="1"/>
            <a:ext cx="12192000" cy="1066800"/>
          </a:xfrm>
          <a:solidFill>
            <a:schemeClr val="bg2"/>
          </a:solidFill>
        </p:spPr>
        <p:txBody>
          <a:bodyPr>
            <a:normAutofit/>
          </a:bodyPr>
          <a:lstStyle/>
          <a:p>
            <a:pPr algn="l"/>
            <a:r>
              <a:rPr lang="en-IN" dirty="0">
                <a:solidFill>
                  <a:schemeClr val="tx2"/>
                </a:solidFill>
              </a:rPr>
              <a:t>Trainers</a:t>
            </a:r>
            <a:r>
              <a:rPr lang="en-IN" cap="none" dirty="0">
                <a:solidFill>
                  <a:schemeClr val="bg1"/>
                </a:solidFill>
              </a:rPr>
              <a:t> </a:t>
            </a:r>
            <a:r>
              <a:rPr lang="en-IN" cap="none" dirty="0">
                <a:solidFill>
                  <a:schemeClr val="tx2"/>
                </a:solidFill>
              </a:rPr>
              <a:t>Table</a:t>
            </a:r>
          </a:p>
        </p:txBody>
      </p:sp>
      <p:pic>
        <p:nvPicPr>
          <p:cNvPr id="6" name="Content Placeholder 5">
            <a:extLst>
              <a:ext uri="{FF2B5EF4-FFF2-40B4-BE49-F238E27FC236}">
                <a16:creationId xmlns:a16="http://schemas.microsoft.com/office/drawing/2014/main" id="{B125499A-4EBB-E7B9-52F4-B825A0EBB72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2798" y="1637882"/>
            <a:ext cx="6765242" cy="2514349"/>
          </a:xfrm>
          <a:prstGeom prst="rect">
            <a:avLst/>
          </a:prstGeom>
        </p:spPr>
      </p:pic>
      <p:sp>
        <p:nvSpPr>
          <p:cNvPr id="4" name="Content Placeholder 3">
            <a:extLst>
              <a:ext uri="{FF2B5EF4-FFF2-40B4-BE49-F238E27FC236}">
                <a16:creationId xmlns:a16="http://schemas.microsoft.com/office/drawing/2014/main" id="{1BA2EAC6-B128-8BFD-EABE-558EA9B9910A}"/>
              </a:ext>
            </a:extLst>
          </p:cNvPr>
          <p:cNvSpPr>
            <a:spLocks noGrp="1"/>
          </p:cNvSpPr>
          <p:nvPr>
            <p:ph sz="quarter" idx="14"/>
          </p:nvPr>
        </p:nvSpPr>
        <p:spPr>
          <a:xfrm>
            <a:off x="7108722" y="1553497"/>
            <a:ext cx="4718187" cy="4237703"/>
          </a:xfrm>
        </p:spPr>
        <p:txBody>
          <a:bodyPr/>
          <a:lstStyle/>
          <a:p>
            <a:pPr marL="0" indent="0">
              <a:buNone/>
            </a:pPr>
            <a:r>
              <a:rPr lang="en-IN" b="1" cap="none" dirty="0">
                <a:solidFill>
                  <a:schemeClr val="tx2"/>
                </a:solidFill>
              </a:rPr>
              <a:t>Trainers Table</a:t>
            </a:r>
          </a:p>
          <a:p>
            <a:pPr marL="0" indent="0">
              <a:buNone/>
            </a:pPr>
            <a:r>
              <a:rPr lang="en-IN" cap="none" dirty="0">
                <a:solidFill>
                  <a:schemeClr val="tx2"/>
                </a:solidFill>
              </a:rPr>
              <a:t>This Table Stores The Details Of Gym Trainers, Such As Their Name, Specialization, Phone Number, And Email. It Is Linked To The Members Table Through The Member ID To Show Which Trainer Is Assigned To A Particular Member.</a:t>
            </a:r>
          </a:p>
          <a:p>
            <a:pPr marL="0" indent="0">
              <a:buNone/>
            </a:pPr>
            <a:r>
              <a:rPr lang="en-IN" cap="none" dirty="0">
                <a:solidFill>
                  <a:schemeClr val="tx2"/>
                </a:solidFill>
              </a:rPr>
              <a:t>Syntax: </a:t>
            </a:r>
            <a:r>
              <a:rPr lang="en-IN" cap="none" dirty="0" err="1">
                <a:solidFill>
                  <a:schemeClr val="tx2"/>
                </a:solidFill>
              </a:rPr>
              <a:t>Desc</a:t>
            </a:r>
            <a:r>
              <a:rPr lang="en-IN" cap="none" dirty="0">
                <a:solidFill>
                  <a:schemeClr val="tx2"/>
                </a:solidFill>
              </a:rPr>
              <a:t> Trainers;</a:t>
            </a:r>
          </a:p>
        </p:txBody>
      </p:sp>
      <p:pic>
        <p:nvPicPr>
          <p:cNvPr id="5" name="Picture 4">
            <a:extLst>
              <a:ext uri="{FF2B5EF4-FFF2-40B4-BE49-F238E27FC236}">
                <a16:creationId xmlns:a16="http://schemas.microsoft.com/office/drawing/2014/main" id="{97A01768-F802-58D7-3CB2-A99CB1BEA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0147"/>
            <a:ext cx="3880503" cy="606330"/>
          </a:xfrm>
          <a:prstGeom prst="rect">
            <a:avLst/>
          </a:prstGeom>
        </p:spPr>
      </p:pic>
    </p:spTree>
    <p:extLst>
      <p:ext uri="{BB962C8B-B14F-4D97-AF65-F5344CB8AC3E}">
        <p14:creationId xmlns:p14="http://schemas.microsoft.com/office/powerpoint/2010/main" val="4239356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EDF16-7DAE-A293-8D32-5A5778F74402}"/>
              </a:ext>
            </a:extLst>
          </p:cNvPr>
          <p:cNvSpPr>
            <a:spLocks noGrp="1"/>
          </p:cNvSpPr>
          <p:nvPr>
            <p:ph type="title"/>
          </p:nvPr>
        </p:nvSpPr>
        <p:spPr>
          <a:xfrm>
            <a:off x="0" y="1"/>
            <a:ext cx="12192000" cy="1195754"/>
          </a:xfrm>
          <a:solidFill>
            <a:schemeClr val="bg2"/>
          </a:solidFill>
        </p:spPr>
        <p:txBody>
          <a:bodyPr>
            <a:normAutofit/>
          </a:bodyPr>
          <a:lstStyle/>
          <a:p>
            <a:pPr algn="l"/>
            <a:r>
              <a:rPr lang="en-IN" cap="none" dirty="0">
                <a:solidFill>
                  <a:schemeClr val="tx2"/>
                </a:solidFill>
              </a:rPr>
              <a:t>Payments Table</a:t>
            </a:r>
          </a:p>
        </p:txBody>
      </p:sp>
      <p:pic>
        <p:nvPicPr>
          <p:cNvPr id="6" name="Content Placeholder 5">
            <a:extLst>
              <a:ext uri="{FF2B5EF4-FFF2-40B4-BE49-F238E27FC236}">
                <a16:creationId xmlns:a16="http://schemas.microsoft.com/office/drawing/2014/main" id="{6D9CE854-C446-58ED-D33F-BEFF7FCC91AE}"/>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1585232"/>
            <a:ext cx="5923912" cy="3507876"/>
          </a:xfrm>
          <a:prstGeom prst="rect">
            <a:avLst/>
          </a:prstGeom>
        </p:spPr>
      </p:pic>
      <p:sp>
        <p:nvSpPr>
          <p:cNvPr id="4" name="Content Placeholder 3">
            <a:extLst>
              <a:ext uri="{FF2B5EF4-FFF2-40B4-BE49-F238E27FC236}">
                <a16:creationId xmlns:a16="http://schemas.microsoft.com/office/drawing/2014/main" id="{AB73710F-8C08-9615-0D18-15F1B41F44E3}"/>
              </a:ext>
            </a:extLst>
          </p:cNvPr>
          <p:cNvSpPr>
            <a:spLocks noGrp="1"/>
          </p:cNvSpPr>
          <p:nvPr>
            <p:ph sz="quarter" idx="14"/>
          </p:nvPr>
        </p:nvSpPr>
        <p:spPr>
          <a:xfrm>
            <a:off x="6501284" y="1718268"/>
            <a:ext cx="5215094" cy="4072931"/>
          </a:xfrm>
        </p:spPr>
        <p:txBody>
          <a:bodyPr/>
          <a:lstStyle/>
          <a:p>
            <a:pPr marL="0" indent="0">
              <a:buNone/>
            </a:pPr>
            <a:r>
              <a:rPr lang="en-IN" b="1" cap="none" dirty="0">
                <a:solidFill>
                  <a:schemeClr val="tx2"/>
                </a:solidFill>
              </a:rPr>
              <a:t>Payments Table</a:t>
            </a:r>
          </a:p>
          <a:p>
            <a:pPr marL="0" indent="0">
              <a:buNone/>
            </a:pPr>
            <a:r>
              <a:rPr lang="en-IN" cap="none" dirty="0">
                <a:solidFill>
                  <a:schemeClr val="tx2"/>
                </a:solidFill>
              </a:rPr>
              <a:t>This Table Stores The Payment Details Of Gym Members, Including The Payment Date, Amount, And Payment Method. It Is Linked To The Members Table Through The Member ID To Maintain Each Member's Payment Records.</a:t>
            </a:r>
          </a:p>
          <a:p>
            <a:pPr marL="0" indent="0">
              <a:buNone/>
            </a:pPr>
            <a:r>
              <a:rPr lang="en-IN" cap="none" dirty="0">
                <a:solidFill>
                  <a:schemeClr val="tx2"/>
                </a:solidFill>
              </a:rPr>
              <a:t>Syntax: </a:t>
            </a:r>
            <a:r>
              <a:rPr lang="en-IN" cap="none" dirty="0" err="1">
                <a:solidFill>
                  <a:schemeClr val="tx2"/>
                </a:solidFill>
              </a:rPr>
              <a:t>Desc</a:t>
            </a:r>
            <a:r>
              <a:rPr lang="en-IN" cap="none" dirty="0">
                <a:solidFill>
                  <a:schemeClr val="tx2"/>
                </a:solidFill>
              </a:rPr>
              <a:t> Payments;</a:t>
            </a:r>
          </a:p>
          <a:p>
            <a:pPr marL="0" indent="0">
              <a:buNone/>
            </a:pPr>
            <a:endParaRPr lang="en-IN" dirty="0"/>
          </a:p>
        </p:txBody>
      </p:sp>
      <p:pic>
        <p:nvPicPr>
          <p:cNvPr id="5" name="Picture 4">
            <a:extLst>
              <a:ext uri="{FF2B5EF4-FFF2-40B4-BE49-F238E27FC236}">
                <a16:creationId xmlns:a16="http://schemas.microsoft.com/office/drawing/2014/main" id="{367C9988-F3B6-9363-59AB-DB04700D9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221748"/>
            <a:ext cx="3908497" cy="569451"/>
          </a:xfrm>
          <a:prstGeom prst="rect">
            <a:avLst/>
          </a:prstGeom>
        </p:spPr>
      </p:pic>
    </p:spTree>
    <p:extLst>
      <p:ext uri="{BB962C8B-B14F-4D97-AF65-F5344CB8AC3E}">
        <p14:creationId xmlns:p14="http://schemas.microsoft.com/office/powerpoint/2010/main" val="706528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5D873-E851-BBB8-2840-D5D2A80FC7D2}"/>
              </a:ext>
            </a:extLst>
          </p:cNvPr>
          <p:cNvSpPr>
            <a:spLocks noGrp="1"/>
          </p:cNvSpPr>
          <p:nvPr>
            <p:ph type="title"/>
          </p:nvPr>
        </p:nvSpPr>
        <p:spPr>
          <a:xfrm>
            <a:off x="0" y="1"/>
            <a:ext cx="12191999" cy="1165608"/>
          </a:xfrm>
          <a:solidFill>
            <a:schemeClr val="bg2"/>
          </a:solidFill>
        </p:spPr>
        <p:txBody>
          <a:bodyPr/>
          <a:lstStyle/>
          <a:p>
            <a:pPr algn="l"/>
            <a:r>
              <a:rPr lang="en-IN" cap="none" dirty="0">
                <a:solidFill>
                  <a:schemeClr val="tx2"/>
                </a:solidFill>
              </a:rPr>
              <a:t>Attendance</a:t>
            </a:r>
            <a:r>
              <a:rPr lang="en-IN" cap="none" dirty="0">
                <a:solidFill>
                  <a:schemeClr val="bg1"/>
                </a:solidFill>
              </a:rPr>
              <a:t> </a:t>
            </a:r>
            <a:r>
              <a:rPr lang="en-IN" cap="none" dirty="0">
                <a:solidFill>
                  <a:schemeClr val="tx2"/>
                </a:solidFill>
              </a:rPr>
              <a:t>Table</a:t>
            </a:r>
          </a:p>
        </p:txBody>
      </p:sp>
      <p:pic>
        <p:nvPicPr>
          <p:cNvPr id="6" name="Content Placeholder 5">
            <a:extLst>
              <a:ext uri="{FF2B5EF4-FFF2-40B4-BE49-F238E27FC236}">
                <a16:creationId xmlns:a16="http://schemas.microsoft.com/office/drawing/2014/main" id="{3C25826B-8900-EE44-CF8F-DA667C0104B9}"/>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1511685"/>
            <a:ext cx="6217811" cy="3249937"/>
          </a:xfrm>
          <a:prstGeom prst="rect">
            <a:avLst/>
          </a:prstGeom>
        </p:spPr>
      </p:pic>
      <p:sp>
        <p:nvSpPr>
          <p:cNvPr id="4" name="Content Placeholder 3">
            <a:extLst>
              <a:ext uri="{FF2B5EF4-FFF2-40B4-BE49-F238E27FC236}">
                <a16:creationId xmlns:a16="http://schemas.microsoft.com/office/drawing/2014/main" id="{AFE0DE27-BB35-13D9-6B9A-1DDD09C8C52C}"/>
              </a:ext>
            </a:extLst>
          </p:cNvPr>
          <p:cNvSpPr>
            <a:spLocks noGrp="1"/>
          </p:cNvSpPr>
          <p:nvPr>
            <p:ph sz="quarter" idx="14"/>
          </p:nvPr>
        </p:nvSpPr>
        <p:spPr>
          <a:xfrm>
            <a:off x="6531428" y="1788610"/>
            <a:ext cx="4963886" cy="3249936"/>
          </a:xfrm>
        </p:spPr>
        <p:txBody>
          <a:bodyPr>
            <a:normAutofit lnSpcReduction="10000"/>
          </a:bodyPr>
          <a:lstStyle/>
          <a:p>
            <a:pPr marL="0" indent="0">
              <a:buNone/>
            </a:pPr>
            <a:r>
              <a:rPr lang="en-IN" b="1" cap="none" dirty="0">
                <a:solidFill>
                  <a:schemeClr val="tx2"/>
                </a:solidFill>
              </a:rPr>
              <a:t>Attendance Table</a:t>
            </a:r>
          </a:p>
          <a:p>
            <a:pPr marL="0" indent="0">
              <a:buNone/>
            </a:pPr>
            <a:r>
              <a:rPr lang="en-IN" cap="none" dirty="0">
                <a:solidFill>
                  <a:schemeClr val="tx2"/>
                </a:solidFill>
              </a:rPr>
              <a:t>This Table Stores The Daily Attendance Records Of Gym Members, Including The Attendance Date, Check-in Time, And Check-out Time. </a:t>
            </a:r>
          </a:p>
          <a:p>
            <a:pPr marL="0" indent="0">
              <a:buNone/>
            </a:pPr>
            <a:r>
              <a:rPr lang="en-IN" cap="none" dirty="0">
                <a:solidFill>
                  <a:schemeClr val="tx2"/>
                </a:solidFill>
              </a:rPr>
              <a:t>It Is Linked To The Members Table Through The Member ID To Track Each Member's Attendance History.</a:t>
            </a:r>
          </a:p>
          <a:p>
            <a:pPr marL="0" indent="0">
              <a:buNone/>
            </a:pPr>
            <a:r>
              <a:rPr lang="en-IN" cap="none" dirty="0">
                <a:solidFill>
                  <a:schemeClr val="tx2"/>
                </a:solidFill>
              </a:rPr>
              <a:t>Syntax: </a:t>
            </a:r>
            <a:r>
              <a:rPr lang="en-IN" cap="none" dirty="0" err="1">
                <a:solidFill>
                  <a:schemeClr val="tx2"/>
                </a:solidFill>
              </a:rPr>
              <a:t>Desc</a:t>
            </a:r>
            <a:r>
              <a:rPr lang="en-IN" cap="none" dirty="0">
                <a:solidFill>
                  <a:schemeClr val="tx2"/>
                </a:solidFill>
              </a:rPr>
              <a:t> Attendance;</a:t>
            </a:r>
          </a:p>
          <a:p>
            <a:pPr marL="0" indent="0">
              <a:buNone/>
            </a:pPr>
            <a:endParaRPr lang="en-IN" dirty="0"/>
          </a:p>
        </p:txBody>
      </p:sp>
      <p:pic>
        <p:nvPicPr>
          <p:cNvPr id="5" name="Picture 4">
            <a:extLst>
              <a:ext uri="{FF2B5EF4-FFF2-40B4-BE49-F238E27FC236}">
                <a16:creationId xmlns:a16="http://schemas.microsoft.com/office/drawing/2014/main" id="{0FEFEF8D-9851-B2B5-6065-0F28E0D983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945627"/>
            <a:ext cx="3692896" cy="596368"/>
          </a:xfrm>
          <a:prstGeom prst="rect">
            <a:avLst/>
          </a:prstGeom>
        </p:spPr>
      </p:pic>
    </p:spTree>
    <p:extLst>
      <p:ext uri="{BB962C8B-B14F-4D97-AF65-F5344CB8AC3E}">
        <p14:creationId xmlns:p14="http://schemas.microsoft.com/office/powerpoint/2010/main" val="1736232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79EF6-7286-ECA5-04CA-AC73885C96CF}"/>
              </a:ext>
            </a:extLst>
          </p:cNvPr>
          <p:cNvSpPr>
            <a:spLocks noGrp="1"/>
          </p:cNvSpPr>
          <p:nvPr>
            <p:ph type="title"/>
          </p:nvPr>
        </p:nvSpPr>
        <p:spPr>
          <a:xfrm>
            <a:off x="0" y="1"/>
            <a:ext cx="12191999" cy="1229031"/>
          </a:xfrm>
          <a:solidFill>
            <a:schemeClr val="bg2"/>
          </a:solidFill>
        </p:spPr>
        <p:txBody>
          <a:bodyPr anchor="t">
            <a:normAutofit fontScale="90000"/>
          </a:bodyPr>
          <a:lstStyle/>
          <a:p>
            <a:r>
              <a:rPr lang="en-US" sz="4000" b="1" cap="none" dirty="0">
                <a:solidFill>
                  <a:schemeClr val="tx2"/>
                </a:solidFill>
                <a:latin typeface="Bodoni MT" panose="02070603080606020203" pitchFamily="18" charset="0"/>
              </a:rPr>
              <a:t>Contents Of Table</a:t>
            </a:r>
            <a:br>
              <a:rPr lang="en-US" cap="none" dirty="0">
                <a:solidFill>
                  <a:schemeClr val="bg1"/>
                </a:solidFill>
              </a:rPr>
            </a:br>
            <a:br>
              <a:rPr lang="en-US" cap="none" dirty="0">
                <a:solidFill>
                  <a:schemeClr val="bg1"/>
                </a:solidFill>
              </a:rPr>
            </a:br>
            <a:endParaRPr lang="en-IN" cap="none" dirty="0">
              <a:solidFill>
                <a:schemeClr val="bg1"/>
              </a:solidFill>
            </a:endParaRPr>
          </a:p>
        </p:txBody>
      </p:sp>
      <p:sp>
        <p:nvSpPr>
          <p:cNvPr id="13" name="Content Placeholder 12">
            <a:extLst>
              <a:ext uri="{FF2B5EF4-FFF2-40B4-BE49-F238E27FC236}">
                <a16:creationId xmlns:a16="http://schemas.microsoft.com/office/drawing/2014/main" id="{FB555DC0-FF3F-657C-0EF1-163905BA0250}"/>
              </a:ext>
            </a:extLst>
          </p:cNvPr>
          <p:cNvSpPr>
            <a:spLocks noGrp="1"/>
          </p:cNvSpPr>
          <p:nvPr>
            <p:ph sz="quarter" idx="13"/>
          </p:nvPr>
        </p:nvSpPr>
        <p:spPr>
          <a:xfrm>
            <a:off x="913774" y="1504336"/>
            <a:ext cx="5106026" cy="4286864"/>
          </a:xfrm>
        </p:spPr>
        <p:txBody>
          <a:bodyPr/>
          <a:lstStyle/>
          <a:p>
            <a:pPr marL="0" indent="0">
              <a:buNone/>
            </a:pPr>
            <a:r>
              <a:rPr lang="en-US" dirty="0"/>
              <a:t>S</a:t>
            </a:r>
            <a:r>
              <a:rPr lang="en-IN" dirty="0"/>
              <a:t>elect * from </a:t>
            </a:r>
            <a:r>
              <a:rPr lang="en-IN" dirty="0" err="1"/>
              <a:t>membership_plan</a:t>
            </a:r>
            <a:r>
              <a:rPr lang="en-IN" dirty="0"/>
              <a:t>;</a:t>
            </a:r>
            <a:endParaRPr lang="en-US" dirty="0"/>
          </a:p>
        </p:txBody>
      </p:sp>
      <p:pic>
        <p:nvPicPr>
          <p:cNvPr id="8" name="Content Placeholder 7">
            <a:extLst>
              <a:ext uri="{FF2B5EF4-FFF2-40B4-BE49-F238E27FC236}">
                <a16:creationId xmlns:a16="http://schemas.microsoft.com/office/drawing/2014/main" id="{7D45A37C-7AE3-65DE-F3EA-E5F2E8F4ED37}"/>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0" y="2068095"/>
            <a:ext cx="5421915" cy="3408472"/>
          </a:xfrm>
          <a:prstGeom prst="rect">
            <a:avLst/>
          </a:prstGeom>
        </p:spPr>
      </p:pic>
      <p:sp>
        <p:nvSpPr>
          <p:cNvPr id="6" name="TextBox 5">
            <a:extLst>
              <a:ext uri="{FF2B5EF4-FFF2-40B4-BE49-F238E27FC236}">
                <a16:creationId xmlns:a16="http://schemas.microsoft.com/office/drawing/2014/main" id="{3ED2F20B-CB38-1F7B-596E-1ADB7AF149B4}"/>
              </a:ext>
            </a:extLst>
          </p:cNvPr>
          <p:cNvSpPr txBox="1"/>
          <p:nvPr/>
        </p:nvSpPr>
        <p:spPr>
          <a:xfrm>
            <a:off x="491613" y="697469"/>
            <a:ext cx="3687096" cy="461665"/>
          </a:xfrm>
          <a:prstGeom prst="rect">
            <a:avLst/>
          </a:prstGeom>
          <a:noFill/>
        </p:spPr>
        <p:txBody>
          <a:bodyPr wrap="square" rtlCol="0">
            <a:spAutoFit/>
          </a:bodyPr>
          <a:lstStyle/>
          <a:p>
            <a:r>
              <a:rPr lang="en-US" sz="2400" dirty="0" err="1">
                <a:solidFill>
                  <a:schemeClr val="tx2"/>
                </a:solidFill>
              </a:rPr>
              <a:t>Membership_plan</a:t>
            </a:r>
            <a:r>
              <a:rPr lang="en-US" sz="2400" dirty="0">
                <a:solidFill>
                  <a:schemeClr val="tx2"/>
                </a:solidFill>
              </a:rPr>
              <a:t> Table</a:t>
            </a:r>
            <a:endParaRPr lang="en-IN" sz="2400" dirty="0">
              <a:solidFill>
                <a:schemeClr val="tx2"/>
              </a:solidFill>
            </a:endParaRPr>
          </a:p>
        </p:txBody>
      </p:sp>
      <p:pic>
        <p:nvPicPr>
          <p:cNvPr id="12" name="Picture 11">
            <a:extLst>
              <a:ext uri="{FF2B5EF4-FFF2-40B4-BE49-F238E27FC236}">
                <a16:creationId xmlns:a16="http://schemas.microsoft.com/office/drawing/2014/main" id="{D96EED83-912F-2CF9-2331-B4D204987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2068095"/>
            <a:ext cx="5193980" cy="3485615"/>
          </a:xfrm>
          <a:prstGeom prst="rect">
            <a:avLst/>
          </a:prstGeom>
        </p:spPr>
      </p:pic>
      <p:pic>
        <p:nvPicPr>
          <p:cNvPr id="7" name="Picture 6">
            <a:extLst>
              <a:ext uri="{FF2B5EF4-FFF2-40B4-BE49-F238E27FC236}">
                <a16:creationId xmlns:a16="http://schemas.microsoft.com/office/drawing/2014/main" id="{FE039A82-41C0-8C27-0567-CE3E7A0109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634249"/>
            <a:ext cx="5317861" cy="313901"/>
          </a:xfrm>
          <a:prstGeom prst="rect">
            <a:avLst/>
          </a:prstGeom>
        </p:spPr>
      </p:pic>
    </p:spTree>
    <p:extLst>
      <p:ext uri="{BB962C8B-B14F-4D97-AF65-F5344CB8AC3E}">
        <p14:creationId xmlns:p14="http://schemas.microsoft.com/office/powerpoint/2010/main" val="1983351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00CF5-0022-0BDF-ED44-606CDAD07AEB}"/>
              </a:ext>
            </a:extLst>
          </p:cNvPr>
          <p:cNvSpPr>
            <a:spLocks noGrp="1"/>
          </p:cNvSpPr>
          <p:nvPr>
            <p:ph type="title"/>
          </p:nvPr>
        </p:nvSpPr>
        <p:spPr>
          <a:xfrm>
            <a:off x="0" y="0"/>
            <a:ext cx="12191999" cy="963560"/>
          </a:xfrm>
          <a:solidFill>
            <a:schemeClr val="bg2"/>
          </a:solidFill>
        </p:spPr>
        <p:txBody>
          <a:bodyPr anchor="ctr">
            <a:normAutofit/>
          </a:bodyPr>
          <a:lstStyle/>
          <a:p>
            <a:pPr algn="l"/>
            <a:r>
              <a:rPr lang="en-US" b="1" cap="none" dirty="0">
                <a:solidFill>
                  <a:schemeClr val="tx2"/>
                </a:solidFill>
                <a:latin typeface="+mn-lt"/>
              </a:rPr>
              <a:t>Members Table</a:t>
            </a:r>
            <a:endParaRPr lang="en-IN" b="1" cap="none" dirty="0">
              <a:solidFill>
                <a:schemeClr val="tx2"/>
              </a:solidFill>
              <a:latin typeface="+mn-lt"/>
            </a:endParaRPr>
          </a:p>
        </p:txBody>
      </p:sp>
      <p:sp>
        <p:nvSpPr>
          <p:cNvPr id="3" name="Content Placeholder 2">
            <a:extLst>
              <a:ext uri="{FF2B5EF4-FFF2-40B4-BE49-F238E27FC236}">
                <a16:creationId xmlns:a16="http://schemas.microsoft.com/office/drawing/2014/main" id="{1927BF18-226B-31FA-8883-9355F5D9F2E9}"/>
              </a:ext>
            </a:extLst>
          </p:cNvPr>
          <p:cNvSpPr>
            <a:spLocks noGrp="1"/>
          </p:cNvSpPr>
          <p:nvPr>
            <p:ph sz="quarter" idx="13"/>
          </p:nvPr>
        </p:nvSpPr>
        <p:spPr>
          <a:xfrm>
            <a:off x="913774" y="884903"/>
            <a:ext cx="5106026" cy="4906297"/>
          </a:xfrm>
        </p:spPr>
        <p:txBody>
          <a:bodyPr/>
          <a:lstStyle/>
          <a:p>
            <a:pPr marL="0" indent="0">
              <a:buNone/>
            </a:pPr>
            <a:r>
              <a:rPr lang="en-US" dirty="0"/>
              <a:t>Select * from members;</a:t>
            </a:r>
            <a:endParaRPr lang="en-IN" dirty="0"/>
          </a:p>
        </p:txBody>
      </p:sp>
      <p:pic>
        <p:nvPicPr>
          <p:cNvPr id="6" name="Content Placeholder 5">
            <a:extLst>
              <a:ext uri="{FF2B5EF4-FFF2-40B4-BE49-F238E27FC236}">
                <a16:creationId xmlns:a16="http://schemas.microsoft.com/office/drawing/2014/main" id="{86A7973C-C245-F26E-F7C0-5A77A1D98F5F}"/>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0" y="1432699"/>
            <a:ext cx="7316873" cy="2398974"/>
          </a:xfrm>
          <a:prstGeom prst="rect">
            <a:avLst/>
          </a:prstGeom>
        </p:spPr>
      </p:pic>
      <p:pic>
        <p:nvPicPr>
          <p:cNvPr id="8" name="Picture 7">
            <a:extLst>
              <a:ext uri="{FF2B5EF4-FFF2-40B4-BE49-F238E27FC236}">
                <a16:creationId xmlns:a16="http://schemas.microsoft.com/office/drawing/2014/main" id="{1A9583CD-0FC7-7275-5962-2E3149631B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8871" y="3852791"/>
            <a:ext cx="7316872" cy="2566440"/>
          </a:xfrm>
          <a:prstGeom prst="rect">
            <a:avLst/>
          </a:prstGeom>
        </p:spPr>
      </p:pic>
      <p:pic>
        <p:nvPicPr>
          <p:cNvPr id="5" name="Picture 4">
            <a:extLst>
              <a:ext uri="{FF2B5EF4-FFF2-40B4-BE49-F238E27FC236}">
                <a16:creationId xmlns:a16="http://schemas.microsoft.com/office/drawing/2014/main" id="{BB488684-AD7F-EC59-F125-362A09D4CA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5731" y="3326182"/>
            <a:ext cx="4062644" cy="505491"/>
          </a:xfrm>
          <a:prstGeom prst="rect">
            <a:avLst/>
          </a:prstGeom>
        </p:spPr>
      </p:pic>
    </p:spTree>
    <p:extLst>
      <p:ext uri="{BB962C8B-B14F-4D97-AF65-F5344CB8AC3E}">
        <p14:creationId xmlns:p14="http://schemas.microsoft.com/office/powerpoint/2010/main" val="198440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61B07-F5C2-14EC-8C5D-A0706E94B19C}"/>
              </a:ext>
            </a:extLst>
          </p:cNvPr>
          <p:cNvSpPr>
            <a:spLocks noGrp="1"/>
          </p:cNvSpPr>
          <p:nvPr>
            <p:ph type="title"/>
          </p:nvPr>
        </p:nvSpPr>
        <p:spPr>
          <a:xfrm>
            <a:off x="0" y="0"/>
            <a:ext cx="12191999" cy="973393"/>
          </a:xfrm>
          <a:solidFill>
            <a:schemeClr val="bg2"/>
          </a:solidFill>
        </p:spPr>
        <p:txBody>
          <a:bodyPr anchor="ctr">
            <a:normAutofit/>
          </a:bodyPr>
          <a:lstStyle/>
          <a:p>
            <a:pPr algn="l"/>
            <a:r>
              <a:rPr lang="en-US" b="1" cap="none" dirty="0">
                <a:solidFill>
                  <a:schemeClr val="tx2"/>
                </a:solidFill>
                <a:latin typeface="+mn-lt"/>
              </a:rPr>
              <a:t>Trainers</a:t>
            </a:r>
            <a:r>
              <a:rPr lang="en-US" sz="2400" cap="none" dirty="0">
                <a:solidFill>
                  <a:schemeClr val="bg1"/>
                </a:solidFill>
                <a:latin typeface="+mn-lt"/>
              </a:rPr>
              <a:t> </a:t>
            </a:r>
            <a:r>
              <a:rPr lang="en-US" b="1" cap="none" dirty="0">
                <a:solidFill>
                  <a:schemeClr val="tx2"/>
                </a:solidFill>
                <a:latin typeface="+mn-lt"/>
              </a:rPr>
              <a:t>Table</a:t>
            </a:r>
            <a:endParaRPr lang="en-IN" b="1" cap="none" dirty="0">
              <a:solidFill>
                <a:schemeClr val="tx2"/>
              </a:solidFill>
              <a:latin typeface="+mn-lt"/>
            </a:endParaRPr>
          </a:p>
        </p:txBody>
      </p:sp>
      <p:sp>
        <p:nvSpPr>
          <p:cNvPr id="3" name="Content Placeholder 2">
            <a:extLst>
              <a:ext uri="{FF2B5EF4-FFF2-40B4-BE49-F238E27FC236}">
                <a16:creationId xmlns:a16="http://schemas.microsoft.com/office/drawing/2014/main" id="{45E26156-1270-FAC6-38DF-82F1015D2B30}"/>
              </a:ext>
            </a:extLst>
          </p:cNvPr>
          <p:cNvSpPr>
            <a:spLocks noGrp="1"/>
          </p:cNvSpPr>
          <p:nvPr>
            <p:ph sz="quarter" idx="13"/>
          </p:nvPr>
        </p:nvSpPr>
        <p:spPr>
          <a:xfrm>
            <a:off x="913774" y="1160206"/>
            <a:ext cx="5106026" cy="4630993"/>
          </a:xfrm>
        </p:spPr>
        <p:txBody>
          <a:bodyPr/>
          <a:lstStyle/>
          <a:p>
            <a:pPr marL="0" indent="0">
              <a:buNone/>
            </a:pPr>
            <a:r>
              <a:rPr lang="en-US" dirty="0"/>
              <a:t>Select * from trainers;</a:t>
            </a:r>
            <a:endParaRPr lang="en-IN" dirty="0"/>
          </a:p>
        </p:txBody>
      </p:sp>
      <p:pic>
        <p:nvPicPr>
          <p:cNvPr id="12" name="Content Placeholder 11">
            <a:extLst>
              <a:ext uri="{FF2B5EF4-FFF2-40B4-BE49-F238E27FC236}">
                <a16:creationId xmlns:a16="http://schemas.microsoft.com/office/drawing/2014/main" id="{D746A570-A1EF-6C72-1B99-F254FB06647E}"/>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259166" y="1612489"/>
            <a:ext cx="6940486" cy="2484737"/>
          </a:xfrm>
          <a:prstGeom prst="rect">
            <a:avLst/>
          </a:prstGeom>
        </p:spPr>
      </p:pic>
      <p:pic>
        <p:nvPicPr>
          <p:cNvPr id="14" name="Picture 13">
            <a:extLst>
              <a:ext uri="{FF2B5EF4-FFF2-40B4-BE49-F238E27FC236}">
                <a16:creationId xmlns:a16="http://schemas.microsoft.com/office/drawing/2014/main" id="{E8CE016E-EB0B-EDE1-BE30-CD23BDF7AF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5798" y="4284039"/>
            <a:ext cx="6848684" cy="2484736"/>
          </a:xfrm>
          <a:prstGeom prst="rect">
            <a:avLst/>
          </a:prstGeom>
        </p:spPr>
      </p:pic>
      <p:pic>
        <p:nvPicPr>
          <p:cNvPr id="5" name="Picture 4">
            <a:extLst>
              <a:ext uri="{FF2B5EF4-FFF2-40B4-BE49-F238E27FC236}">
                <a16:creationId xmlns:a16="http://schemas.microsoft.com/office/drawing/2014/main" id="{DFC52560-89DD-4AD1-90AE-2B18B5559D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1305" y="3694471"/>
            <a:ext cx="4244999" cy="496169"/>
          </a:xfrm>
          <a:prstGeom prst="rect">
            <a:avLst/>
          </a:prstGeom>
        </p:spPr>
      </p:pic>
    </p:spTree>
    <p:extLst>
      <p:ext uri="{BB962C8B-B14F-4D97-AF65-F5344CB8AC3E}">
        <p14:creationId xmlns:p14="http://schemas.microsoft.com/office/powerpoint/2010/main" val="4230302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7FE1B-D19D-E60C-B529-8766868565F8}"/>
              </a:ext>
            </a:extLst>
          </p:cNvPr>
          <p:cNvSpPr>
            <a:spLocks noGrp="1"/>
          </p:cNvSpPr>
          <p:nvPr>
            <p:ph type="title"/>
          </p:nvPr>
        </p:nvSpPr>
        <p:spPr>
          <a:xfrm>
            <a:off x="0" y="0"/>
            <a:ext cx="12191999" cy="953729"/>
          </a:xfrm>
          <a:solidFill>
            <a:schemeClr val="bg2"/>
          </a:solidFill>
        </p:spPr>
        <p:txBody>
          <a:bodyPr anchor="ctr">
            <a:normAutofit/>
          </a:bodyPr>
          <a:lstStyle/>
          <a:p>
            <a:pPr algn="l"/>
            <a:r>
              <a:rPr lang="en-US" b="1" cap="none" dirty="0">
                <a:solidFill>
                  <a:schemeClr val="tx2"/>
                </a:solidFill>
                <a:latin typeface="+mn-lt"/>
              </a:rPr>
              <a:t>Payments Table</a:t>
            </a:r>
            <a:endParaRPr lang="en-IN" b="1" cap="none" dirty="0">
              <a:solidFill>
                <a:schemeClr val="tx2"/>
              </a:solidFill>
              <a:latin typeface="+mn-lt"/>
            </a:endParaRPr>
          </a:p>
        </p:txBody>
      </p:sp>
      <p:sp>
        <p:nvSpPr>
          <p:cNvPr id="3" name="Content Placeholder 2">
            <a:extLst>
              <a:ext uri="{FF2B5EF4-FFF2-40B4-BE49-F238E27FC236}">
                <a16:creationId xmlns:a16="http://schemas.microsoft.com/office/drawing/2014/main" id="{FB657828-7017-6237-F284-1D92D96965B7}"/>
              </a:ext>
            </a:extLst>
          </p:cNvPr>
          <p:cNvSpPr>
            <a:spLocks noGrp="1"/>
          </p:cNvSpPr>
          <p:nvPr>
            <p:ph sz="quarter" idx="13"/>
          </p:nvPr>
        </p:nvSpPr>
        <p:spPr>
          <a:xfrm>
            <a:off x="913774" y="1199536"/>
            <a:ext cx="5106026" cy="4591664"/>
          </a:xfrm>
        </p:spPr>
        <p:txBody>
          <a:bodyPr/>
          <a:lstStyle/>
          <a:p>
            <a:pPr marL="0" indent="0">
              <a:buNone/>
            </a:pPr>
            <a:r>
              <a:rPr lang="en-US" dirty="0"/>
              <a:t>Select * from payments;</a:t>
            </a:r>
          </a:p>
          <a:p>
            <a:pPr marL="0" indent="0">
              <a:buNone/>
            </a:pPr>
            <a:endParaRPr lang="en-IN" dirty="0"/>
          </a:p>
        </p:txBody>
      </p:sp>
      <p:pic>
        <p:nvPicPr>
          <p:cNvPr id="12" name="Picture 11">
            <a:extLst>
              <a:ext uri="{FF2B5EF4-FFF2-40B4-BE49-F238E27FC236}">
                <a16:creationId xmlns:a16="http://schemas.microsoft.com/office/drawing/2014/main" id="{6C758AF9-FDF0-88F5-8507-A9CC21A041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153391"/>
            <a:ext cx="5798243" cy="2683953"/>
          </a:xfrm>
          <a:prstGeom prst="rect">
            <a:avLst/>
          </a:prstGeom>
        </p:spPr>
      </p:pic>
      <p:pic>
        <p:nvPicPr>
          <p:cNvPr id="16" name="Content Placeholder 15">
            <a:extLst>
              <a:ext uri="{FF2B5EF4-FFF2-40B4-BE49-F238E27FC236}">
                <a16:creationId xmlns:a16="http://schemas.microsoft.com/office/drawing/2014/main" id="{680BEE16-3E51-1CDF-C2C2-5F35FC9C253B}"/>
              </a:ext>
            </a:extLst>
          </p:cNvPr>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0" y="2087024"/>
            <a:ext cx="5888838" cy="2683952"/>
          </a:xfrm>
          <a:prstGeom prst="rect">
            <a:avLst/>
          </a:prstGeom>
        </p:spPr>
      </p:pic>
      <p:pic>
        <p:nvPicPr>
          <p:cNvPr id="5" name="Picture 4">
            <a:extLst>
              <a:ext uri="{FF2B5EF4-FFF2-40B4-BE49-F238E27FC236}">
                <a16:creationId xmlns:a16="http://schemas.microsoft.com/office/drawing/2014/main" id="{0A0A0283-A0D8-DFAF-8F9A-89D27BDC11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837344"/>
            <a:ext cx="4135113" cy="446514"/>
          </a:xfrm>
          <a:prstGeom prst="rect">
            <a:avLst/>
          </a:prstGeom>
        </p:spPr>
      </p:pic>
    </p:spTree>
    <p:extLst>
      <p:ext uri="{BB962C8B-B14F-4D97-AF65-F5344CB8AC3E}">
        <p14:creationId xmlns:p14="http://schemas.microsoft.com/office/powerpoint/2010/main" val="2593550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FB9E3-B488-5911-2D79-25A7E2978F80}"/>
              </a:ext>
            </a:extLst>
          </p:cNvPr>
          <p:cNvSpPr>
            <a:spLocks noGrp="1"/>
          </p:cNvSpPr>
          <p:nvPr>
            <p:ph type="title"/>
          </p:nvPr>
        </p:nvSpPr>
        <p:spPr>
          <a:xfrm>
            <a:off x="0" y="0"/>
            <a:ext cx="12191999" cy="956166"/>
          </a:xfrm>
          <a:solidFill>
            <a:schemeClr val="bg2"/>
          </a:solidFill>
        </p:spPr>
        <p:txBody>
          <a:bodyPr anchor="ctr">
            <a:normAutofit/>
          </a:bodyPr>
          <a:lstStyle/>
          <a:p>
            <a:pPr algn="l"/>
            <a:r>
              <a:rPr lang="en-US" b="1" cap="none" dirty="0">
                <a:solidFill>
                  <a:schemeClr val="tx2"/>
                </a:solidFill>
                <a:latin typeface="+mn-lt"/>
              </a:rPr>
              <a:t>Attendance Table</a:t>
            </a:r>
            <a:endParaRPr lang="en-IN" b="1" cap="none" dirty="0">
              <a:solidFill>
                <a:schemeClr val="tx2"/>
              </a:solidFill>
              <a:latin typeface="+mn-lt"/>
            </a:endParaRPr>
          </a:p>
        </p:txBody>
      </p:sp>
      <p:sp>
        <p:nvSpPr>
          <p:cNvPr id="3" name="Content Placeholder 2">
            <a:extLst>
              <a:ext uri="{FF2B5EF4-FFF2-40B4-BE49-F238E27FC236}">
                <a16:creationId xmlns:a16="http://schemas.microsoft.com/office/drawing/2014/main" id="{CBFE4029-1942-9CE3-D143-3CD5D1BD9D8E}"/>
              </a:ext>
            </a:extLst>
          </p:cNvPr>
          <p:cNvSpPr>
            <a:spLocks noGrp="1"/>
          </p:cNvSpPr>
          <p:nvPr>
            <p:ph sz="quarter" idx="13"/>
          </p:nvPr>
        </p:nvSpPr>
        <p:spPr>
          <a:xfrm>
            <a:off x="913774" y="1179872"/>
            <a:ext cx="5106026" cy="4611328"/>
          </a:xfrm>
        </p:spPr>
        <p:txBody>
          <a:bodyPr/>
          <a:lstStyle/>
          <a:p>
            <a:pPr marL="0" indent="0">
              <a:buNone/>
            </a:pPr>
            <a:r>
              <a:rPr lang="en-US" dirty="0"/>
              <a:t>Select * from attendance;</a:t>
            </a:r>
          </a:p>
          <a:p>
            <a:pPr marL="0" indent="0">
              <a:buNone/>
            </a:pPr>
            <a:endParaRPr lang="en-IN" dirty="0"/>
          </a:p>
        </p:txBody>
      </p:sp>
      <p:pic>
        <p:nvPicPr>
          <p:cNvPr id="6" name="Content Placeholder 5">
            <a:extLst>
              <a:ext uri="{FF2B5EF4-FFF2-40B4-BE49-F238E27FC236}">
                <a16:creationId xmlns:a16="http://schemas.microsoft.com/office/drawing/2014/main" id="{07208910-5A01-C442-4DAA-18BA76A1C800}"/>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0" y="2305656"/>
            <a:ext cx="5633884" cy="2704713"/>
          </a:xfrm>
          <a:prstGeom prst="rect">
            <a:avLst/>
          </a:prstGeom>
        </p:spPr>
      </p:pic>
      <p:pic>
        <p:nvPicPr>
          <p:cNvPr id="8" name="Picture 7">
            <a:extLst>
              <a:ext uri="{FF2B5EF4-FFF2-40B4-BE49-F238E27FC236}">
                <a16:creationId xmlns:a16="http://schemas.microsoft.com/office/drawing/2014/main" id="{2C174AE0-E152-9D34-195B-A2967DE17E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2305657"/>
            <a:ext cx="5786030" cy="2704713"/>
          </a:xfrm>
          <a:prstGeom prst="rect">
            <a:avLst/>
          </a:prstGeom>
        </p:spPr>
      </p:pic>
      <p:pic>
        <p:nvPicPr>
          <p:cNvPr id="5" name="Picture 4">
            <a:extLst>
              <a:ext uri="{FF2B5EF4-FFF2-40B4-BE49-F238E27FC236}">
                <a16:creationId xmlns:a16="http://schemas.microsoft.com/office/drawing/2014/main" id="{4C3B5054-086C-F810-6AFD-BEE3DE7FB4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234077"/>
            <a:ext cx="3914224" cy="444051"/>
          </a:xfrm>
          <a:prstGeom prst="rect">
            <a:avLst/>
          </a:prstGeom>
        </p:spPr>
      </p:pic>
    </p:spTree>
    <p:extLst>
      <p:ext uri="{BB962C8B-B14F-4D97-AF65-F5344CB8AC3E}">
        <p14:creationId xmlns:p14="http://schemas.microsoft.com/office/powerpoint/2010/main" val="895780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19067E-0421-A8C7-0A34-FE10C193C383}"/>
              </a:ext>
            </a:extLst>
          </p:cNvPr>
          <p:cNvSpPr>
            <a:spLocks noGrp="1"/>
          </p:cNvSpPr>
          <p:nvPr>
            <p:ph type="title"/>
          </p:nvPr>
        </p:nvSpPr>
        <p:spPr>
          <a:xfrm>
            <a:off x="0" y="1"/>
            <a:ext cx="12191999" cy="865238"/>
          </a:xfrm>
        </p:spPr>
        <p:txBody>
          <a:bodyPr>
            <a:normAutofit fontScale="90000"/>
          </a:bodyPr>
          <a:lstStyle/>
          <a:p>
            <a:r>
              <a:rPr lang="en-IN" dirty="0"/>
              <a:t>..</a:t>
            </a:r>
            <a:br>
              <a:rPr lang="en-IN" dirty="0"/>
            </a:br>
            <a:endParaRPr lang="en-IN" dirty="0"/>
          </a:p>
        </p:txBody>
      </p:sp>
      <p:sp>
        <p:nvSpPr>
          <p:cNvPr id="6" name="Content Placeholder 5">
            <a:extLst>
              <a:ext uri="{FF2B5EF4-FFF2-40B4-BE49-F238E27FC236}">
                <a16:creationId xmlns:a16="http://schemas.microsoft.com/office/drawing/2014/main" id="{D0472383-2043-6D78-767B-3B238671267E}"/>
              </a:ext>
            </a:extLst>
          </p:cNvPr>
          <p:cNvSpPr>
            <a:spLocks noGrp="1"/>
          </p:cNvSpPr>
          <p:nvPr>
            <p:ph sz="quarter" idx="13"/>
          </p:nvPr>
        </p:nvSpPr>
        <p:spPr>
          <a:xfrm>
            <a:off x="275303" y="1058779"/>
            <a:ext cx="5594555" cy="3936008"/>
          </a:xfrm>
        </p:spPr>
        <p:txBody>
          <a:bodyPr anchor="ctr">
            <a:normAutofit/>
          </a:bodyPr>
          <a:lstStyle/>
          <a:p>
            <a:pPr marL="0" indent="0" algn="ctr">
              <a:buNone/>
            </a:pPr>
            <a:r>
              <a:rPr lang="en-US" sz="4000" dirty="0">
                <a:latin typeface="Bodoni MT" panose="02070603080606020203" pitchFamily="18" charset="0"/>
              </a:rPr>
              <a:t>Sub queries</a:t>
            </a:r>
            <a:endParaRPr lang="en-IN" sz="4000" dirty="0">
              <a:latin typeface="Bodoni MT" panose="02070603080606020203" pitchFamily="18" charset="0"/>
            </a:endParaRPr>
          </a:p>
        </p:txBody>
      </p:sp>
      <p:pic>
        <p:nvPicPr>
          <p:cNvPr id="9" name="Content Placeholder 8">
            <a:extLst>
              <a:ext uri="{FF2B5EF4-FFF2-40B4-BE49-F238E27FC236}">
                <a16:creationId xmlns:a16="http://schemas.microsoft.com/office/drawing/2014/main" id="{02EBE4AB-EE97-2D20-106D-DBE0B03CEDB9}"/>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938685" y="0"/>
            <a:ext cx="6253314" cy="6857999"/>
          </a:xfrm>
          <a:prstGeom prst="rect">
            <a:avLst/>
          </a:prstGeom>
        </p:spPr>
      </p:pic>
    </p:spTree>
    <p:extLst>
      <p:ext uri="{BB962C8B-B14F-4D97-AF65-F5344CB8AC3E}">
        <p14:creationId xmlns:p14="http://schemas.microsoft.com/office/powerpoint/2010/main" val="4201762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549C-6BDB-DF2A-9EDC-DEFE09D80DED}"/>
              </a:ext>
            </a:extLst>
          </p:cNvPr>
          <p:cNvSpPr>
            <a:spLocks noGrp="1"/>
          </p:cNvSpPr>
          <p:nvPr>
            <p:ph type="title"/>
          </p:nvPr>
        </p:nvSpPr>
        <p:spPr>
          <a:xfrm>
            <a:off x="0" y="0"/>
            <a:ext cx="12192000" cy="668593"/>
          </a:xfrm>
          <a:solidFill>
            <a:schemeClr val="bg2"/>
          </a:solidFill>
        </p:spPr>
        <p:txBody>
          <a:bodyPr vert="horz" lIns="91440" tIns="45720" rIns="91440" bIns="45720" numCol="1" rtlCol="0" anchor="t">
            <a:noAutofit/>
          </a:bodyPr>
          <a:lstStyle/>
          <a:p>
            <a:pPr algn="l">
              <a:lnSpc>
                <a:spcPct val="200000"/>
              </a:lnSpc>
            </a:pPr>
            <a:r>
              <a:rPr lang="en-IN" sz="2000" b="1" cap="none" dirty="0">
                <a:solidFill>
                  <a:schemeClr val="tx2"/>
                </a:solidFill>
              </a:rPr>
              <a:t>Display The Names Of MEMBERS Who Have Taken The Most Expensive Membership Plan ?</a:t>
            </a:r>
          </a:p>
        </p:txBody>
      </p:sp>
      <p:pic>
        <p:nvPicPr>
          <p:cNvPr id="6" name="Content Placeholder 5">
            <a:extLst>
              <a:ext uri="{FF2B5EF4-FFF2-40B4-BE49-F238E27FC236}">
                <a16:creationId xmlns:a16="http://schemas.microsoft.com/office/drawing/2014/main" id="{B264A02E-432B-22CA-7B80-361FC8A4D37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165637" y="3318386"/>
            <a:ext cx="5024634" cy="3002524"/>
          </a:xfrm>
          <a:prstGeom prst="rect">
            <a:avLst/>
          </a:prstGeom>
        </p:spPr>
      </p:pic>
      <p:sp>
        <p:nvSpPr>
          <p:cNvPr id="4" name="Content Placeholder 3">
            <a:extLst>
              <a:ext uri="{FF2B5EF4-FFF2-40B4-BE49-F238E27FC236}">
                <a16:creationId xmlns:a16="http://schemas.microsoft.com/office/drawing/2014/main" id="{62863151-BD07-68D7-7B2D-056FAF561560}"/>
              </a:ext>
            </a:extLst>
          </p:cNvPr>
          <p:cNvSpPr>
            <a:spLocks noGrp="1"/>
          </p:cNvSpPr>
          <p:nvPr>
            <p:ph sz="quarter" idx="14"/>
          </p:nvPr>
        </p:nvSpPr>
        <p:spPr>
          <a:xfrm>
            <a:off x="8603226" y="934065"/>
            <a:ext cx="3470787" cy="5632549"/>
          </a:xfrm>
        </p:spPr>
        <p:txBody>
          <a:bodyPr>
            <a:normAutofit fontScale="92500" lnSpcReduction="10000"/>
          </a:bodyPr>
          <a:lstStyle/>
          <a:p>
            <a:pPr marL="0" indent="0">
              <a:buNone/>
            </a:pPr>
            <a:r>
              <a:rPr lang="en-US" b="1" dirty="0">
                <a:solidFill>
                  <a:schemeClr val="tx2"/>
                </a:solidFill>
              </a:rPr>
              <a:t>Syntax :</a:t>
            </a:r>
          </a:p>
          <a:p>
            <a:pPr marL="0" indent="0">
              <a:buNone/>
            </a:pPr>
            <a:r>
              <a:rPr lang="en-US" dirty="0">
                <a:solidFill>
                  <a:schemeClr val="tx2"/>
                </a:solidFill>
              </a:rPr>
              <a:t>SELECT</a:t>
            </a:r>
          </a:p>
          <a:p>
            <a:pPr marL="0" indent="0">
              <a:buNone/>
            </a:pPr>
            <a:r>
              <a:rPr lang="en-US" dirty="0">
                <a:solidFill>
                  <a:schemeClr val="tx2"/>
                </a:solidFill>
              </a:rPr>
              <a:t> </a:t>
            </a:r>
            <a:r>
              <a:rPr lang="en-US" dirty="0" err="1">
                <a:solidFill>
                  <a:schemeClr val="tx2"/>
                </a:solidFill>
              </a:rPr>
              <a:t>m.first_name</a:t>
            </a:r>
            <a:r>
              <a:rPr lang="en-US" dirty="0">
                <a:solidFill>
                  <a:schemeClr val="tx2"/>
                </a:solidFill>
              </a:rPr>
              <a:t>, </a:t>
            </a:r>
          </a:p>
          <a:p>
            <a:pPr marL="0" indent="0">
              <a:buNone/>
            </a:pPr>
            <a:r>
              <a:rPr lang="en-US" dirty="0" err="1">
                <a:solidFill>
                  <a:schemeClr val="tx2"/>
                </a:solidFill>
              </a:rPr>
              <a:t>m.last_name</a:t>
            </a:r>
            <a:r>
              <a:rPr lang="en-US" dirty="0">
                <a:solidFill>
                  <a:schemeClr val="tx2"/>
                </a:solidFill>
              </a:rPr>
              <a:t>,</a:t>
            </a:r>
          </a:p>
          <a:p>
            <a:pPr marL="0" indent="0">
              <a:buNone/>
            </a:pPr>
            <a:r>
              <a:rPr lang="en-US" dirty="0">
                <a:solidFill>
                  <a:schemeClr val="tx2"/>
                </a:solidFill>
              </a:rPr>
              <a:t> </a:t>
            </a:r>
            <a:r>
              <a:rPr lang="en-US" dirty="0" err="1">
                <a:solidFill>
                  <a:schemeClr val="tx2"/>
                </a:solidFill>
              </a:rPr>
              <a:t>mp.plan_name</a:t>
            </a:r>
            <a:r>
              <a:rPr lang="en-US" dirty="0">
                <a:solidFill>
                  <a:schemeClr val="tx2"/>
                </a:solidFill>
              </a:rPr>
              <a:t>,</a:t>
            </a:r>
          </a:p>
          <a:p>
            <a:pPr marL="0" indent="0">
              <a:buNone/>
            </a:pPr>
            <a:r>
              <a:rPr lang="en-US" dirty="0" err="1">
                <a:solidFill>
                  <a:schemeClr val="tx2"/>
                </a:solidFill>
              </a:rPr>
              <a:t>mp.amount</a:t>
            </a:r>
            <a:endParaRPr lang="en-US" dirty="0">
              <a:solidFill>
                <a:schemeClr val="tx2"/>
              </a:solidFill>
            </a:endParaRPr>
          </a:p>
          <a:p>
            <a:pPr marL="0" indent="0">
              <a:buNone/>
            </a:pPr>
            <a:r>
              <a:rPr lang="en-US" dirty="0">
                <a:solidFill>
                  <a:schemeClr val="tx2"/>
                </a:solidFill>
              </a:rPr>
              <a:t>FROM Members m</a:t>
            </a:r>
          </a:p>
          <a:p>
            <a:pPr marL="0" indent="0">
              <a:buNone/>
            </a:pPr>
            <a:r>
              <a:rPr lang="en-US" dirty="0">
                <a:solidFill>
                  <a:schemeClr val="tx2"/>
                </a:solidFill>
              </a:rPr>
              <a:t>JOIN </a:t>
            </a:r>
            <a:r>
              <a:rPr lang="en-US" dirty="0" err="1">
                <a:solidFill>
                  <a:schemeClr val="tx2"/>
                </a:solidFill>
              </a:rPr>
              <a:t>Membership_Plan</a:t>
            </a:r>
            <a:r>
              <a:rPr lang="en-US" dirty="0">
                <a:solidFill>
                  <a:schemeClr val="tx2"/>
                </a:solidFill>
              </a:rPr>
              <a:t> </a:t>
            </a:r>
            <a:r>
              <a:rPr lang="en-US" dirty="0" err="1">
                <a:solidFill>
                  <a:schemeClr val="tx2"/>
                </a:solidFill>
              </a:rPr>
              <a:t>mp</a:t>
            </a:r>
            <a:endParaRPr lang="en-US" dirty="0">
              <a:solidFill>
                <a:schemeClr val="tx2"/>
              </a:solidFill>
            </a:endParaRPr>
          </a:p>
          <a:p>
            <a:pPr marL="0" indent="0">
              <a:buNone/>
            </a:pPr>
            <a:r>
              <a:rPr lang="en-US" dirty="0">
                <a:solidFill>
                  <a:schemeClr val="tx2"/>
                </a:solidFill>
              </a:rPr>
              <a:t>ON </a:t>
            </a:r>
            <a:r>
              <a:rPr lang="en-US" dirty="0" err="1">
                <a:solidFill>
                  <a:schemeClr val="tx2"/>
                </a:solidFill>
              </a:rPr>
              <a:t>m.plan_id</a:t>
            </a:r>
            <a:r>
              <a:rPr lang="en-US" dirty="0">
                <a:solidFill>
                  <a:schemeClr val="tx2"/>
                </a:solidFill>
              </a:rPr>
              <a:t> = </a:t>
            </a:r>
            <a:r>
              <a:rPr lang="en-US" dirty="0" err="1">
                <a:solidFill>
                  <a:schemeClr val="tx2"/>
                </a:solidFill>
              </a:rPr>
              <a:t>mp.plan_id</a:t>
            </a:r>
            <a:endParaRPr lang="en-US" dirty="0">
              <a:solidFill>
                <a:schemeClr val="tx2"/>
              </a:solidFill>
            </a:endParaRPr>
          </a:p>
          <a:p>
            <a:pPr marL="0" indent="0">
              <a:buNone/>
            </a:pPr>
            <a:r>
              <a:rPr lang="en-US" dirty="0">
                <a:solidFill>
                  <a:schemeClr val="tx2"/>
                </a:solidFill>
              </a:rPr>
              <a:t>WHERE </a:t>
            </a:r>
            <a:r>
              <a:rPr lang="en-US" dirty="0" err="1">
                <a:solidFill>
                  <a:schemeClr val="tx2"/>
                </a:solidFill>
              </a:rPr>
              <a:t>mp.amount</a:t>
            </a:r>
            <a:r>
              <a:rPr lang="en-US" dirty="0">
                <a:solidFill>
                  <a:schemeClr val="tx2"/>
                </a:solidFill>
              </a:rPr>
              <a:t> = (</a:t>
            </a:r>
          </a:p>
          <a:p>
            <a:pPr marL="0" indent="0">
              <a:buNone/>
            </a:pPr>
            <a:r>
              <a:rPr lang="en-US" dirty="0">
                <a:solidFill>
                  <a:schemeClr val="tx2"/>
                </a:solidFill>
              </a:rPr>
              <a:t> SELECT MAX(amount)</a:t>
            </a:r>
          </a:p>
          <a:p>
            <a:pPr marL="0" indent="0">
              <a:buNone/>
            </a:pPr>
            <a:r>
              <a:rPr lang="en-US" dirty="0">
                <a:solidFill>
                  <a:schemeClr val="tx2"/>
                </a:solidFill>
              </a:rPr>
              <a:t> FROM </a:t>
            </a:r>
            <a:r>
              <a:rPr lang="en-US" dirty="0" err="1">
                <a:solidFill>
                  <a:schemeClr val="tx2"/>
                </a:solidFill>
              </a:rPr>
              <a:t>Membership_Plan</a:t>
            </a:r>
            <a:r>
              <a:rPr lang="en-IN" dirty="0">
                <a:solidFill>
                  <a:schemeClr val="tx2"/>
                </a:solidFill>
              </a:rPr>
              <a:t> );</a:t>
            </a:r>
            <a:endParaRPr lang="en-US" dirty="0">
              <a:solidFill>
                <a:schemeClr val="tx2"/>
              </a:solidFill>
            </a:endParaRPr>
          </a:p>
        </p:txBody>
      </p:sp>
      <p:pic>
        <p:nvPicPr>
          <p:cNvPr id="8" name="Picture 7">
            <a:extLst>
              <a:ext uri="{FF2B5EF4-FFF2-40B4-BE49-F238E27FC236}">
                <a16:creationId xmlns:a16="http://schemas.microsoft.com/office/drawing/2014/main" id="{113C4D93-F58D-C3D6-08E5-61229B47C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289" y="934065"/>
            <a:ext cx="4444181" cy="1819817"/>
          </a:xfrm>
          <a:prstGeom prst="rect">
            <a:avLst/>
          </a:prstGeom>
        </p:spPr>
      </p:pic>
    </p:spTree>
    <p:extLst>
      <p:ext uri="{BB962C8B-B14F-4D97-AF65-F5344CB8AC3E}">
        <p14:creationId xmlns:p14="http://schemas.microsoft.com/office/powerpoint/2010/main" val="652744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A098-89E5-D679-6ABC-CE562DFF35B7}"/>
              </a:ext>
            </a:extLst>
          </p:cNvPr>
          <p:cNvSpPr>
            <a:spLocks noGrp="1"/>
          </p:cNvSpPr>
          <p:nvPr>
            <p:ph type="title"/>
          </p:nvPr>
        </p:nvSpPr>
        <p:spPr>
          <a:xfrm>
            <a:off x="0" y="1"/>
            <a:ext cx="12191999" cy="776747"/>
          </a:xfrm>
          <a:solidFill>
            <a:schemeClr val="bg2"/>
          </a:solidFill>
        </p:spPr>
        <p:txBody>
          <a:bodyPr>
            <a:normAutofit/>
          </a:bodyPr>
          <a:lstStyle/>
          <a:p>
            <a:pPr algn="l"/>
            <a:r>
              <a:rPr lang="en-IN" sz="2000" b="1" cap="none" dirty="0">
                <a:solidFill>
                  <a:schemeClr val="tx2"/>
                </a:solidFill>
              </a:rPr>
              <a:t>Display The Names Of Members Whose Payment Amount Is Greater Than The Average Payment Amount ?</a:t>
            </a:r>
          </a:p>
        </p:txBody>
      </p:sp>
      <p:pic>
        <p:nvPicPr>
          <p:cNvPr id="6" name="Content Placeholder 5">
            <a:extLst>
              <a:ext uri="{FF2B5EF4-FFF2-40B4-BE49-F238E27FC236}">
                <a16:creationId xmlns:a16="http://schemas.microsoft.com/office/drawing/2014/main" id="{A6A95223-C2EA-661B-15A5-60463B36E6D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830485" y="1494504"/>
            <a:ext cx="4099898" cy="3637936"/>
          </a:xfrm>
          <a:prstGeom prst="rect">
            <a:avLst/>
          </a:prstGeom>
        </p:spPr>
      </p:pic>
      <p:sp>
        <p:nvSpPr>
          <p:cNvPr id="4" name="Content Placeholder 3">
            <a:extLst>
              <a:ext uri="{FF2B5EF4-FFF2-40B4-BE49-F238E27FC236}">
                <a16:creationId xmlns:a16="http://schemas.microsoft.com/office/drawing/2014/main" id="{4684D390-11E5-3B9F-747B-18930219BE48}"/>
              </a:ext>
            </a:extLst>
          </p:cNvPr>
          <p:cNvSpPr>
            <a:spLocks noGrp="1"/>
          </p:cNvSpPr>
          <p:nvPr>
            <p:ph sz="quarter" idx="14"/>
          </p:nvPr>
        </p:nvSpPr>
        <p:spPr>
          <a:xfrm>
            <a:off x="7985280" y="1135626"/>
            <a:ext cx="4019907" cy="5402825"/>
          </a:xfrm>
        </p:spPr>
        <p:txBody>
          <a:bodyPr>
            <a:normAutofit/>
          </a:bodyPr>
          <a:lstStyle/>
          <a:p>
            <a:pPr marL="0" indent="0">
              <a:buNone/>
            </a:pPr>
            <a:r>
              <a:rPr lang="en-US" b="1" dirty="0">
                <a:solidFill>
                  <a:schemeClr val="tx2"/>
                </a:solidFill>
              </a:rPr>
              <a:t>Syntax :</a:t>
            </a:r>
          </a:p>
          <a:p>
            <a:pPr marL="0" indent="0">
              <a:buNone/>
            </a:pPr>
            <a:r>
              <a:rPr lang="en-US" dirty="0">
                <a:solidFill>
                  <a:schemeClr val="tx2"/>
                </a:solidFill>
              </a:rPr>
              <a:t>SELECT </a:t>
            </a:r>
          </a:p>
          <a:p>
            <a:pPr marL="0" indent="0">
              <a:buNone/>
            </a:pPr>
            <a:r>
              <a:rPr lang="en-US" dirty="0" err="1">
                <a:solidFill>
                  <a:schemeClr val="tx2"/>
                </a:solidFill>
              </a:rPr>
              <a:t>m.first_name</a:t>
            </a:r>
            <a:r>
              <a:rPr lang="en-US" dirty="0">
                <a:solidFill>
                  <a:schemeClr val="tx2"/>
                </a:solidFill>
              </a:rPr>
              <a:t>, </a:t>
            </a:r>
          </a:p>
          <a:p>
            <a:pPr marL="0" indent="0">
              <a:buNone/>
            </a:pPr>
            <a:r>
              <a:rPr lang="en-US" dirty="0" err="1">
                <a:solidFill>
                  <a:schemeClr val="tx2"/>
                </a:solidFill>
              </a:rPr>
              <a:t>m.last_name</a:t>
            </a:r>
            <a:r>
              <a:rPr lang="en-US" dirty="0">
                <a:solidFill>
                  <a:schemeClr val="tx2"/>
                </a:solidFill>
              </a:rPr>
              <a:t>,</a:t>
            </a:r>
          </a:p>
          <a:p>
            <a:pPr marL="0" indent="0">
              <a:buNone/>
            </a:pPr>
            <a:r>
              <a:rPr lang="en-US" dirty="0" err="1">
                <a:solidFill>
                  <a:schemeClr val="tx2"/>
                </a:solidFill>
              </a:rPr>
              <a:t>p.amount</a:t>
            </a:r>
            <a:endParaRPr lang="en-US" dirty="0">
              <a:solidFill>
                <a:schemeClr val="tx2"/>
              </a:solidFill>
            </a:endParaRPr>
          </a:p>
          <a:p>
            <a:pPr marL="0" indent="0">
              <a:buNone/>
            </a:pPr>
            <a:r>
              <a:rPr lang="en-US" dirty="0">
                <a:solidFill>
                  <a:schemeClr val="tx2"/>
                </a:solidFill>
              </a:rPr>
              <a:t>FROM Members m</a:t>
            </a:r>
          </a:p>
          <a:p>
            <a:pPr marL="0" indent="0">
              <a:buNone/>
            </a:pPr>
            <a:r>
              <a:rPr lang="en-US" dirty="0">
                <a:solidFill>
                  <a:schemeClr val="tx2"/>
                </a:solidFill>
              </a:rPr>
              <a:t>JOIN Payments p</a:t>
            </a:r>
          </a:p>
          <a:p>
            <a:pPr marL="0" indent="0">
              <a:buNone/>
            </a:pPr>
            <a:r>
              <a:rPr lang="en-US" dirty="0">
                <a:solidFill>
                  <a:schemeClr val="tx2"/>
                </a:solidFill>
              </a:rPr>
              <a:t>ON </a:t>
            </a:r>
            <a:r>
              <a:rPr lang="en-US" dirty="0" err="1">
                <a:solidFill>
                  <a:schemeClr val="tx2"/>
                </a:solidFill>
              </a:rPr>
              <a:t>m.member_id</a:t>
            </a:r>
            <a:r>
              <a:rPr lang="en-US" dirty="0">
                <a:solidFill>
                  <a:schemeClr val="tx2"/>
                </a:solidFill>
              </a:rPr>
              <a:t> = </a:t>
            </a:r>
            <a:r>
              <a:rPr lang="en-US" dirty="0" err="1">
                <a:solidFill>
                  <a:schemeClr val="tx2"/>
                </a:solidFill>
              </a:rPr>
              <a:t>p.member_id</a:t>
            </a:r>
            <a:endParaRPr lang="en-US" dirty="0">
              <a:solidFill>
                <a:schemeClr val="tx2"/>
              </a:solidFill>
            </a:endParaRPr>
          </a:p>
          <a:p>
            <a:pPr marL="0" indent="0">
              <a:buNone/>
            </a:pPr>
            <a:r>
              <a:rPr lang="en-US" dirty="0">
                <a:solidFill>
                  <a:schemeClr val="tx2"/>
                </a:solidFill>
              </a:rPr>
              <a:t>WHERE </a:t>
            </a:r>
            <a:r>
              <a:rPr lang="en-US" dirty="0" err="1">
                <a:solidFill>
                  <a:schemeClr val="tx2"/>
                </a:solidFill>
              </a:rPr>
              <a:t>p.amount</a:t>
            </a:r>
            <a:r>
              <a:rPr lang="en-US" dirty="0">
                <a:solidFill>
                  <a:schemeClr val="tx2"/>
                </a:solidFill>
              </a:rPr>
              <a:t> &gt; (</a:t>
            </a:r>
          </a:p>
          <a:p>
            <a:pPr marL="0" indent="0">
              <a:buNone/>
            </a:pPr>
            <a:r>
              <a:rPr lang="en-US" dirty="0">
                <a:solidFill>
                  <a:schemeClr val="tx2"/>
                </a:solidFill>
              </a:rPr>
              <a:t>SELECT AVG(amount)</a:t>
            </a:r>
          </a:p>
          <a:p>
            <a:pPr marL="0" indent="0">
              <a:buNone/>
            </a:pPr>
            <a:r>
              <a:rPr lang="en-US" dirty="0">
                <a:solidFill>
                  <a:schemeClr val="tx2"/>
                </a:solidFill>
              </a:rPr>
              <a:t>FROM Payments );</a:t>
            </a:r>
          </a:p>
          <a:p>
            <a:pPr marL="0" indent="0">
              <a:buNone/>
            </a:pPr>
            <a:endParaRPr lang="en-US" dirty="0"/>
          </a:p>
          <a:p>
            <a:pPr marL="0" indent="0">
              <a:buNone/>
            </a:pPr>
            <a:endParaRPr lang="en-IN" dirty="0"/>
          </a:p>
        </p:txBody>
      </p:sp>
      <p:pic>
        <p:nvPicPr>
          <p:cNvPr id="8" name="Picture 7">
            <a:extLst>
              <a:ext uri="{FF2B5EF4-FFF2-40B4-BE49-F238E27FC236}">
                <a16:creationId xmlns:a16="http://schemas.microsoft.com/office/drawing/2014/main" id="{57114BA2-C2C3-3668-3C19-180F6D3ADB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60" y="2369343"/>
            <a:ext cx="3824748" cy="2348755"/>
          </a:xfrm>
          <a:prstGeom prst="rect">
            <a:avLst/>
          </a:prstGeom>
        </p:spPr>
      </p:pic>
    </p:spTree>
    <p:extLst>
      <p:ext uri="{BB962C8B-B14F-4D97-AF65-F5344CB8AC3E}">
        <p14:creationId xmlns:p14="http://schemas.microsoft.com/office/powerpoint/2010/main" val="3792581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12459-D17D-1A79-8058-68825B17EED5}"/>
              </a:ext>
            </a:extLst>
          </p:cNvPr>
          <p:cNvSpPr>
            <a:spLocks noGrp="1"/>
          </p:cNvSpPr>
          <p:nvPr>
            <p:ph type="title"/>
          </p:nvPr>
        </p:nvSpPr>
        <p:spPr>
          <a:xfrm>
            <a:off x="1" y="1"/>
            <a:ext cx="12192000" cy="757083"/>
          </a:xfrm>
          <a:solidFill>
            <a:schemeClr val="bg2"/>
          </a:solidFill>
        </p:spPr>
        <p:txBody>
          <a:bodyPr>
            <a:normAutofit/>
          </a:bodyPr>
          <a:lstStyle/>
          <a:p>
            <a:pPr algn="l"/>
            <a:r>
              <a:rPr lang="en-IN" sz="2000" b="1" cap="none" dirty="0">
                <a:solidFill>
                  <a:schemeClr val="tx2"/>
                </a:solidFill>
              </a:rPr>
              <a:t>Display The Names Of Members Who Have A Membership Plan Costing More Than ₹5000 ?</a:t>
            </a:r>
          </a:p>
        </p:txBody>
      </p:sp>
      <p:pic>
        <p:nvPicPr>
          <p:cNvPr id="6" name="Content Placeholder 5">
            <a:extLst>
              <a:ext uri="{FF2B5EF4-FFF2-40B4-BE49-F238E27FC236}">
                <a16:creationId xmlns:a16="http://schemas.microsoft.com/office/drawing/2014/main" id="{566A0978-7BE6-8FB8-B737-6E4342EBB76B}"/>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1915058"/>
            <a:ext cx="4336543" cy="2924644"/>
          </a:xfrm>
          <a:prstGeom prst="rect">
            <a:avLst/>
          </a:prstGeom>
        </p:spPr>
      </p:pic>
      <p:sp>
        <p:nvSpPr>
          <p:cNvPr id="10" name="Content Placeholder 9">
            <a:extLst>
              <a:ext uri="{FF2B5EF4-FFF2-40B4-BE49-F238E27FC236}">
                <a16:creationId xmlns:a16="http://schemas.microsoft.com/office/drawing/2014/main" id="{B84B9E98-FFBA-9237-7ADF-E2BE417073E2}"/>
              </a:ext>
            </a:extLst>
          </p:cNvPr>
          <p:cNvSpPr>
            <a:spLocks noGrp="1"/>
          </p:cNvSpPr>
          <p:nvPr>
            <p:ph sz="quarter" idx="14"/>
          </p:nvPr>
        </p:nvSpPr>
        <p:spPr>
          <a:xfrm>
            <a:off x="8150942" y="963561"/>
            <a:ext cx="3805306" cy="4827639"/>
          </a:xfrm>
        </p:spPr>
        <p:txBody>
          <a:bodyPr>
            <a:normAutofit fontScale="92500" lnSpcReduction="10000"/>
          </a:bodyPr>
          <a:lstStyle/>
          <a:p>
            <a:pPr marL="0" indent="0">
              <a:buNone/>
            </a:pPr>
            <a:r>
              <a:rPr lang="en-US" b="1" dirty="0">
                <a:solidFill>
                  <a:schemeClr val="tx2"/>
                </a:solidFill>
              </a:rPr>
              <a:t>Syntax :</a:t>
            </a:r>
          </a:p>
          <a:p>
            <a:pPr marL="0" indent="0">
              <a:buNone/>
            </a:pPr>
            <a:r>
              <a:rPr lang="en-IN" dirty="0">
                <a:solidFill>
                  <a:schemeClr val="tx2"/>
                </a:solidFill>
              </a:rPr>
              <a:t>SELECT</a:t>
            </a:r>
          </a:p>
          <a:p>
            <a:pPr marL="0" indent="0">
              <a:buNone/>
            </a:pPr>
            <a:r>
              <a:rPr lang="en-IN" dirty="0" err="1">
                <a:solidFill>
                  <a:schemeClr val="tx2"/>
                </a:solidFill>
              </a:rPr>
              <a:t>m.first_name</a:t>
            </a:r>
            <a:r>
              <a:rPr lang="en-IN" dirty="0">
                <a:solidFill>
                  <a:schemeClr val="tx2"/>
                </a:solidFill>
              </a:rPr>
              <a:t>,</a:t>
            </a:r>
          </a:p>
          <a:p>
            <a:pPr marL="0" indent="0">
              <a:buNone/>
            </a:pPr>
            <a:r>
              <a:rPr lang="en-IN" dirty="0" err="1">
                <a:solidFill>
                  <a:schemeClr val="tx2"/>
                </a:solidFill>
              </a:rPr>
              <a:t>m.last_name</a:t>
            </a:r>
            <a:r>
              <a:rPr lang="en-IN" dirty="0">
                <a:solidFill>
                  <a:schemeClr val="tx2"/>
                </a:solidFill>
              </a:rPr>
              <a:t>,</a:t>
            </a:r>
          </a:p>
          <a:p>
            <a:pPr marL="0" indent="0">
              <a:buNone/>
            </a:pPr>
            <a:r>
              <a:rPr lang="en-IN" dirty="0" err="1">
                <a:solidFill>
                  <a:schemeClr val="tx2"/>
                </a:solidFill>
              </a:rPr>
              <a:t>mp.amount</a:t>
            </a:r>
            <a:endParaRPr lang="en-IN" dirty="0">
              <a:solidFill>
                <a:schemeClr val="tx2"/>
              </a:solidFill>
            </a:endParaRPr>
          </a:p>
          <a:p>
            <a:pPr marL="0" indent="0">
              <a:buNone/>
            </a:pPr>
            <a:r>
              <a:rPr lang="en-IN" dirty="0">
                <a:solidFill>
                  <a:schemeClr val="tx2"/>
                </a:solidFill>
              </a:rPr>
              <a:t>FROM Members </a:t>
            </a:r>
            <a:r>
              <a:rPr lang="en-IN" dirty="0" err="1">
                <a:solidFill>
                  <a:schemeClr val="tx2"/>
                </a:solidFill>
              </a:rPr>
              <a:t>mJOIN</a:t>
            </a:r>
            <a:r>
              <a:rPr lang="en-IN" dirty="0">
                <a:solidFill>
                  <a:schemeClr val="tx2"/>
                </a:solidFill>
              </a:rPr>
              <a:t> </a:t>
            </a:r>
            <a:r>
              <a:rPr lang="en-IN" dirty="0" err="1">
                <a:solidFill>
                  <a:schemeClr val="tx2"/>
                </a:solidFill>
              </a:rPr>
              <a:t>Membership_Plan</a:t>
            </a:r>
            <a:r>
              <a:rPr lang="en-IN" dirty="0">
                <a:solidFill>
                  <a:schemeClr val="tx2"/>
                </a:solidFill>
              </a:rPr>
              <a:t> </a:t>
            </a:r>
            <a:r>
              <a:rPr lang="en-IN" dirty="0" err="1">
                <a:solidFill>
                  <a:schemeClr val="tx2"/>
                </a:solidFill>
              </a:rPr>
              <a:t>mpON</a:t>
            </a:r>
            <a:r>
              <a:rPr lang="en-IN" dirty="0">
                <a:solidFill>
                  <a:schemeClr val="tx2"/>
                </a:solidFill>
              </a:rPr>
              <a:t> </a:t>
            </a:r>
            <a:r>
              <a:rPr lang="en-IN" dirty="0" err="1">
                <a:solidFill>
                  <a:schemeClr val="tx2"/>
                </a:solidFill>
              </a:rPr>
              <a:t>m.plan_id</a:t>
            </a:r>
            <a:r>
              <a:rPr lang="en-IN" dirty="0">
                <a:solidFill>
                  <a:schemeClr val="tx2"/>
                </a:solidFill>
              </a:rPr>
              <a:t> = </a:t>
            </a:r>
            <a:r>
              <a:rPr lang="en-IN" dirty="0" err="1">
                <a:solidFill>
                  <a:schemeClr val="tx2"/>
                </a:solidFill>
              </a:rPr>
              <a:t>mp.plan_id</a:t>
            </a:r>
            <a:endParaRPr lang="en-IN" dirty="0">
              <a:solidFill>
                <a:schemeClr val="tx2"/>
              </a:solidFill>
            </a:endParaRPr>
          </a:p>
          <a:p>
            <a:pPr marL="0" indent="0">
              <a:buNone/>
            </a:pPr>
            <a:r>
              <a:rPr lang="en-IN" dirty="0">
                <a:solidFill>
                  <a:schemeClr val="tx2"/>
                </a:solidFill>
              </a:rPr>
              <a:t>WHERE </a:t>
            </a:r>
            <a:r>
              <a:rPr lang="en-IN" dirty="0" err="1">
                <a:solidFill>
                  <a:schemeClr val="tx2"/>
                </a:solidFill>
              </a:rPr>
              <a:t>m.plan_id</a:t>
            </a:r>
            <a:r>
              <a:rPr lang="en-IN" dirty="0">
                <a:solidFill>
                  <a:schemeClr val="tx2"/>
                </a:solidFill>
              </a:rPr>
              <a:t>  IN </a:t>
            </a:r>
          </a:p>
          <a:p>
            <a:pPr marL="0" indent="0">
              <a:buNone/>
            </a:pPr>
            <a:r>
              <a:rPr lang="en-IN" dirty="0">
                <a:solidFill>
                  <a:schemeClr val="tx2"/>
                </a:solidFill>
              </a:rPr>
              <a:t>(SELECT </a:t>
            </a:r>
            <a:r>
              <a:rPr lang="en-IN" dirty="0" err="1">
                <a:solidFill>
                  <a:schemeClr val="tx2"/>
                </a:solidFill>
              </a:rPr>
              <a:t>plan_id</a:t>
            </a:r>
            <a:r>
              <a:rPr lang="en-IN" dirty="0">
                <a:solidFill>
                  <a:schemeClr val="tx2"/>
                </a:solidFill>
              </a:rPr>
              <a:t> FROM </a:t>
            </a:r>
            <a:r>
              <a:rPr lang="en-IN" dirty="0" err="1">
                <a:solidFill>
                  <a:schemeClr val="tx2"/>
                </a:solidFill>
              </a:rPr>
              <a:t>Membership_Plan</a:t>
            </a:r>
            <a:r>
              <a:rPr lang="en-IN" dirty="0">
                <a:solidFill>
                  <a:schemeClr val="tx2"/>
                </a:solidFill>
              </a:rPr>
              <a:t>               WHERE amount &gt; 5000);</a:t>
            </a:r>
          </a:p>
        </p:txBody>
      </p:sp>
      <p:pic>
        <p:nvPicPr>
          <p:cNvPr id="12" name="Picture 11">
            <a:extLst>
              <a:ext uri="{FF2B5EF4-FFF2-40B4-BE49-F238E27FC236}">
                <a16:creationId xmlns:a16="http://schemas.microsoft.com/office/drawing/2014/main" id="{47443A80-C36C-A961-5A8D-9469B001E2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3347" y="1198643"/>
            <a:ext cx="3805305" cy="4067740"/>
          </a:xfrm>
          <a:prstGeom prst="rect">
            <a:avLst/>
          </a:prstGeom>
        </p:spPr>
      </p:pic>
    </p:spTree>
    <p:extLst>
      <p:ext uri="{BB962C8B-B14F-4D97-AF65-F5344CB8AC3E}">
        <p14:creationId xmlns:p14="http://schemas.microsoft.com/office/powerpoint/2010/main" val="2055385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B121-E5F1-AD9E-7ECC-7E7178921D6F}"/>
              </a:ext>
            </a:extLst>
          </p:cNvPr>
          <p:cNvSpPr>
            <a:spLocks noGrp="1"/>
          </p:cNvSpPr>
          <p:nvPr>
            <p:ph type="title"/>
          </p:nvPr>
        </p:nvSpPr>
        <p:spPr>
          <a:xfrm>
            <a:off x="0" y="1"/>
            <a:ext cx="12191999" cy="698089"/>
          </a:xfrm>
          <a:solidFill>
            <a:schemeClr val="bg2"/>
          </a:solidFill>
        </p:spPr>
        <p:txBody>
          <a:bodyPr vert="horz" lIns="91440" tIns="45720" rIns="91440" bIns="45720" rtlCol="0" anchor="ctr">
            <a:normAutofit/>
          </a:bodyPr>
          <a:lstStyle/>
          <a:p>
            <a:pPr algn="l"/>
            <a:r>
              <a:rPr lang="en-US" sz="2000" b="1" dirty="0">
                <a:solidFill>
                  <a:schemeClr val="tx2"/>
                </a:solidFill>
              </a:rPr>
              <a:t> </a:t>
            </a:r>
            <a:r>
              <a:rPr lang="en-US" sz="2000" b="1" cap="none" dirty="0">
                <a:solidFill>
                  <a:schemeClr val="tx2"/>
                </a:solidFill>
              </a:rPr>
              <a:t>Display The Names Of Members Who Have Selected A Membership Plan With A Duration Of More Than 6 Months?</a:t>
            </a:r>
            <a:endParaRPr lang="en-IN" sz="2000" b="1" dirty="0">
              <a:solidFill>
                <a:schemeClr val="tx2"/>
              </a:solidFill>
            </a:endParaRPr>
          </a:p>
        </p:txBody>
      </p:sp>
      <p:pic>
        <p:nvPicPr>
          <p:cNvPr id="6" name="Content Placeholder 5">
            <a:extLst>
              <a:ext uri="{FF2B5EF4-FFF2-40B4-BE49-F238E27FC236}">
                <a16:creationId xmlns:a16="http://schemas.microsoft.com/office/drawing/2014/main" id="{A984628E-20B4-5B88-36B4-A759F8D4A9DA}"/>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797569" y="1518411"/>
            <a:ext cx="3338771" cy="3821178"/>
          </a:xfrm>
          <a:prstGeom prst="rect">
            <a:avLst/>
          </a:prstGeom>
        </p:spPr>
      </p:pic>
      <p:sp>
        <p:nvSpPr>
          <p:cNvPr id="4" name="Content Placeholder 3">
            <a:extLst>
              <a:ext uri="{FF2B5EF4-FFF2-40B4-BE49-F238E27FC236}">
                <a16:creationId xmlns:a16="http://schemas.microsoft.com/office/drawing/2014/main" id="{EA54F0DA-7AC6-2EA0-FDE0-EC7ECD06044E}"/>
              </a:ext>
            </a:extLst>
          </p:cNvPr>
          <p:cNvSpPr>
            <a:spLocks noGrp="1"/>
          </p:cNvSpPr>
          <p:nvPr>
            <p:ph sz="quarter" idx="14"/>
          </p:nvPr>
        </p:nvSpPr>
        <p:spPr>
          <a:xfrm>
            <a:off x="8166412" y="943897"/>
            <a:ext cx="3907599" cy="5574890"/>
          </a:xfrm>
        </p:spPr>
        <p:txBody>
          <a:bodyPr>
            <a:normAutofit fontScale="92500" lnSpcReduction="20000"/>
          </a:bodyPr>
          <a:lstStyle/>
          <a:p>
            <a:pPr marL="0" indent="0">
              <a:buNone/>
            </a:pPr>
            <a:r>
              <a:rPr lang="en-US" b="1" dirty="0">
                <a:solidFill>
                  <a:schemeClr val="tx2"/>
                </a:solidFill>
              </a:rPr>
              <a:t>Syntax :</a:t>
            </a:r>
          </a:p>
          <a:p>
            <a:pPr marL="0" indent="0">
              <a:buNone/>
            </a:pPr>
            <a:r>
              <a:rPr lang="en-IN" dirty="0">
                <a:solidFill>
                  <a:schemeClr val="tx2"/>
                </a:solidFill>
              </a:rPr>
              <a:t>SELECT </a:t>
            </a:r>
          </a:p>
          <a:p>
            <a:pPr marL="0" indent="0">
              <a:buNone/>
            </a:pPr>
            <a:r>
              <a:rPr lang="en-IN" dirty="0" err="1">
                <a:solidFill>
                  <a:schemeClr val="tx2"/>
                </a:solidFill>
              </a:rPr>
              <a:t>m.first_name</a:t>
            </a:r>
            <a:r>
              <a:rPr lang="en-IN" dirty="0">
                <a:solidFill>
                  <a:schemeClr val="tx2"/>
                </a:solidFill>
              </a:rPr>
              <a:t>,</a:t>
            </a:r>
          </a:p>
          <a:p>
            <a:pPr marL="0" indent="0">
              <a:buNone/>
            </a:pPr>
            <a:r>
              <a:rPr lang="en-IN" dirty="0">
                <a:solidFill>
                  <a:schemeClr val="tx2"/>
                </a:solidFill>
              </a:rPr>
              <a:t> </a:t>
            </a:r>
            <a:r>
              <a:rPr lang="en-IN" dirty="0" err="1">
                <a:solidFill>
                  <a:schemeClr val="tx2"/>
                </a:solidFill>
              </a:rPr>
              <a:t>m.last_name</a:t>
            </a:r>
            <a:r>
              <a:rPr lang="en-IN" dirty="0">
                <a:solidFill>
                  <a:schemeClr val="tx2"/>
                </a:solidFill>
              </a:rPr>
              <a:t>,       </a:t>
            </a:r>
          </a:p>
          <a:p>
            <a:pPr marL="0" indent="0">
              <a:buNone/>
            </a:pPr>
            <a:r>
              <a:rPr lang="en-IN" dirty="0" err="1">
                <a:solidFill>
                  <a:schemeClr val="tx2"/>
                </a:solidFill>
              </a:rPr>
              <a:t>mp.plan_name</a:t>
            </a:r>
            <a:r>
              <a:rPr lang="en-IN" dirty="0">
                <a:solidFill>
                  <a:schemeClr val="tx2"/>
                </a:solidFill>
              </a:rPr>
              <a:t>, </a:t>
            </a:r>
          </a:p>
          <a:p>
            <a:pPr marL="0" indent="0">
              <a:buNone/>
            </a:pPr>
            <a:r>
              <a:rPr lang="en-IN" dirty="0" err="1">
                <a:solidFill>
                  <a:schemeClr val="tx2"/>
                </a:solidFill>
              </a:rPr>
              <a:t>mp.duration_months</a:t>
            </a:r>
            <a:endParaRPr lang="en-IN" dirty="0">
              <a:solidFill>
                <a:schemeClr val="tx2"/>
              </a:solidFill>
            </a:endParaRPr>
          </a:p>
          <a:p>
            <a:pPr marL="0" indent="0">
              <a:buNone/>
            </a:pPr>
            <a:r>
              <a:rPr lang="en-IN" dirty="0">
                <a:solidFill>
                  <a:schemeClr val="tx2"/>
                </a:solidFill>
              </a:rPr>
              <a:t>FROM Members m</a:t>
            </a:r>
          </a:p>
          <a:p>
            <a:pPr marL="0" indent="0">
              <a:buNone/>
            </a:pPr>
            <a:r>
              <a:rPr lang="en-IN" dirty="0">
                <a:solidFill>
                  <a:schemeClr val="tx2"/>
                </a:solidFill>
              </a:rPr>
              <a:t>JOIN </a:t>
            </a:r>
            <a:r>
              <a:rPr lang="en-IN" dirty="0" err="1">
                <a:solidFill>
                  <a:schemeClr val="tx2"/>
                </a:solidFill>
              </a:rPr>
              <a:t>Membership_Plan</a:t>
            </a:r>
            <a:r>
              <a:rPr lang="en-IN" dirty="0">
                <a:solidFill>
                  <a:schemeClr val="tx2"/>
                </a:solidFill>
              </a:rPr>
              <a:t> </a:t>
            </a:r>
            <a:r>
              <a:rPr lang="en-IN" dirty="0" err="1">
                <a:solidFill>
                  <a:schemeClr val="tx2"/>
                </a:solidFill>
              </a:rPr>
              <a:t>mp</a:t>
            </a:r>
            <a:endParaRPr lang="en-IN" dirty="0">
              <a:solidFill>
                <a:schemeClr val="tx2"/>
              </a:solidFill>
            </a:endParaRPr>
          </a:p>
          <a:p>
            <a:pPr marL="0" indent="0">
              <a:buNone/>
            </a:pPr>
            <a:r>
              <a:rPr lang="en-IN" dirty="0">
                <a:solidFill>
                  <a:schemeClr val="tx2"/>
                </a:solidFill>
              </a:rPr>
              <a:t>ON </a:t>
            </a:r>
            <a:r>
              <a:rPr lang="en-IN" dirty="0" err="1">
                <a:solidFill>
                  <a:schemeClr val="tx2"/>
                </a:solidFill>
              </a:rPr>
              <a:t>m.plan_id</a:t>
            </a:r>
            <a:r>
              <a:rPr lang="en-IN" dirty="0">
                <a:solidFill>
                  <a:schemeClr val="tx2"/>
                </a:solidFill>
              </a:rPr>
              <a:t> = </a:t>
            </a:r>
            <a:r>
              <a:rPr lang="en-IN" dirty="0" err="1">
                <a:solidFill>
                  <a:schemeClr val="tx2"/>
                </a:solidFill>
              </a:rPr>
              <a:t>mp.plan_id</a:t>
            </a:r>
            <a:endParaRPr lang="en-IN" dirty="0">
              <a:solidFill>
                <a:schemeClr val="tx2"/>
              </a:solidFill>
            </a:endParaRPr>
          </a:p>
          <a:p>
            <a:pPr marL="0" indent="0">
              <a:buNone/>
            </a:pPr>
            <a:r>
              <a:rPr lang="en-IN" dirty="0">
                <a:solidFill>
                  <a:schemeClr val="tx2"/>
                </a:solidFill>
              </a:rPr>
              <a:t>WHERE </a:t>
            </a:r>
            <a:r>
              <a:rPr lang="en-IN" dirty="0" err="1">
                <a:solidFill>
                  <a:schemeClr val="tx2"/>
                </a:solidFill>
              </a:rPr>
              <a:t>m.plan_id</a:t>
            </a:r>
            <a:r>
              <a:rPr lang="en-IN" dirty="0">
                <a:solidFill>
                  <a:schemeClr val="tx2"/>
                </a:solidFill>
              </a:rPr>
              <a:t> IN (   </a:t>
            </a:r>
          </a:p>
          <a:p>
            <a:pPr marL="0" indent="0">
              <a:buNone/>
            </a:pPr>
            <a:r>
              <a:rPr lang="en-IN" dirty="0">
                <a:solidFill>
                  <a:schemeClr val="tx2"/>
                </a:solidFill>
              </a:rPr>
              <a:t> SELECT </a:t>
            </a:r>
            <a:r>
              <a:rPr lang="en-IN" dirty="0" err="1">
                <a:solidFill>
                  <a:schemeClr val="tx2"/>
                </a:solidFill>
              </a:rPr>
              <a:t>plan_id</a:t>
            </a:r>
            <a:r>
              <a:rPr lang="en-IN" dirty="0">
                <a:solidFill>
                  <a:schemeClr val="tx2"/>
                </a:solidFill>
              </a:rPr>
              <a:t>    </a:t>
            </a:r>
          </a:p>
          <a:p>
            <a:pPr marL="0" indent="0">
              <a:buNone/>
            </a:pPr>
            <a:r>
              <a:rPr lang="en-IN" dirty="0">
                <a:solidFill>
                  <a:schemeClr val="tx2"/>
                </a:solidFill>
              </a:rPr>
              <a:t>FROM </a:t>
            </a:r>
            <a:r>
              <a:rPr lang="en-IN" dirty="0" err="1">
                <a:solidFill>
                  <a:schemeClr val="tx2"/>
                </a:solidFill>
              </a:rPr>
              <a:t>Membership_Plan</a:t>
            </a:r>
            <a:r>
              <a:rPr lang="en-IN" dirty="0">
                <a:solidFill>
                  <a:schemeClr val="tx2"/>
                </a:solidFill>
              </a:rPr>
              <a:t>    </a:t>
            </a:r>
          </a:p>
          <a:p>
            <a:pPr marL="0" indent="0">
              <a:buNone/>
            </a:pPr>
            <a:r>
              <a:rPr lang="en-IN" dirty="0">
                <a:solidFill>
                  <a:schemeClr val="tx2"/>
                </a:solidFill>
              </a:rPr>
              <a:t>WHERE </a:t>
            </a:r>
            <a:r>
              <a:rPr lang="en-IN" dirty="0" err="1">
                <a:solidFill>
                  <a:schemeClr val="tx2"/>
                </a:solidFill>
              </a:rPr>
              <a:t>duration_months</a:t>
            </a:r>
            <a:r>
              <a:rPr lang="en-IN" dirty="0">
                <a:solidFill>
                  <a:schemeClr val="tx2"/>
                </a:solidFill>
              </a:rPr>
              <a:t> &gt; 6);</a:t>
            </a:r>
          </a:p>
        </p:txBody>
      </p:sp>
      <p:pic>
        <p:nvPicPr>
          <p:cNvPr id="8" name="Picture 7">
            <a:extLst>
              <a:ext uri="{FF2B5EF4-FFF2-40B4-BE49-F238E27FC236}">
                <a16:creationId xmlns:a16="http://schemas.microsoft.com/office/drawing/2014/main" id="{07CE7CA7-2EF4-6D2B-93BC-666CBA1DA5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389239"/>
            <a:ext cx="4767496" cy="1614276"/>
          </a:xfrm>
          <a:prstGeom prst="rect">
            <a:avLst/>
          </a:prstGeom>
        </p:spPr>
      </p:pic>
    </p:spTree>
    <p:extLst>
      <p:ext uri="{BB962C8B-B14F-4D97-AF65-F5344CB8AC3E}">
        <p14:creationId xmlns:p14="http://schemas.microsoft.com/office/powerpoint/2010/main" val="718364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6A2CD-3ADE-5729-7201-593870277006}"/>
              </a:ext>
            </a:extLst>
          </p:cNvPr>
          <p:cNvSpPr>
            <a:spLocks noGrp="1"/>
          </p:cNvSpPr>
          <p:nvPr>
            <p:ph type="title"/>
          </p:nvPr>
        </p:nvSpPr>
        <p:spPr>
          <a:xfrm>
            <a:off x="0" y="1"/>
            <a:ext cx="12191999" cy="717754"/>
          </a:xfrm>
          <a:solidFill>
            <a:schemeClr val="bg2"/>
          </a:solidFill>
        </p:spPr>
        <p:txBody>
          <a:bodyPr>
            <a:normAutofit/>
          </a:bodyPr>
          <a:lstStyle/>
          <a:p>
            <a:pPr algn="l"/>
            <a:r>
              <a:rPr lang="en-IN" sz="2000" b="1" cap="none" dirty="0">
                <a:solidFill>
                  <a:schemeClr val="tx2"/>
                </a:solidFill>
              </a:rPr>
              <a:t>Display The Trainer Names Along With The Member Names And Join Date For Members Who Joined After 1 April 2026 </a:t>
            </a:r>
            <a:r>
              <a:rPr lang="en-IN" sz="2000" dirty="0"/>
              <a:t>?</a:t>
            </a:r>
            <a:endParaRPr lang="en-IN" sz="2000" b="1" cap="none" dirty="0">
              <a:solidFill>
                <a:schemeClr val="tx2"/>
              </a:solidFill>
            </a:endParaRPr>
          </a:p>
        </p:txBody>
      </p:sp>
      <p:pic>
        <p:nvPicPr>
          <p:cNvPr id="6" name="Content Placeholder 5">
            <a:extLst>
              <a:ext uri="{FF2B5EF4-FFF2-40B4-BE49-F238E27FC236}">
                <a16:creationId xmlns:a16="http://schemas.microsoft.com/office/drawing/2014/main" id="{0B10C130-0A57-3721-E651-34EF1959274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513395" y="1054433"/>
            <a:ext cx="3932327" cy="3906626"/>
          </a:xfrm>
          <a:prstGeom prst="rect">
            <a:avLst/>
          </a:prstGeom>
        </p:spPr>
      </p:pic>
      <p:sp>
        <p:nvSpPr>
          <p:cNvPr id="4" name="Content Placeholder 3">
            <a:extLst>
              <a:ext uri="{FF2B5EF4-FFF2-40B4-BE49-F238E27FC236}">
                <a16:creationId xmlns:a16="http://schemas.microsoft.com/office/drawing/2014/main" id="{A4F10C79-0527-D16F-CEF4-C942134A691C}"/>
              </a:ext>
            </a:extLst>
          </p:cNvPr>
          <p:cNvSpPr>
            <a:spLocks noGrp="1"/>
          </p:cNvSpPr>
          <p:nvPr>
            <p:ph sz="quarter" idx="14"/>
          </p:nvPr>
        </p:nvSpPr>
        <p:spPr>
          <a:xfrm>
            <a:off x="8613058" y="943898"/>
            <a:ext cx="3441290" cy="5319250"/>
          </a:xfrm>
        </p:spPr>
        <p:txBody>
          <a:bodyPr>
            <a:normAutofit fontScale="85000" lnSpcReduction="20000"/>
          </a:bodyPr>
          <a:lstStyle/>
          <a:p>
            <a:pPr marL="0" indent="0">
              <a:buNone/>
            </a:pPr>
            <a:r>
              <a:rPr lang="en-US" b="1" dirty="0">
                <a:solidFill>
                  <a:schemeClr val="tx2"/>
                </a:solidFill>
              </a:rPr>
              <a:t>Syntax :</a:t>
            </a:r>
          </a:p>
          <a:p>
            <a:pPr marL="0" indent="0">
              <a:buNone/>
            </a:pPr>
            <a:r>
              <a:rPr lang="en-US" dirty="0">
                <a:solidFill>
                  <a:schemeClr val="tx2"/>
                </a:solidFill>
              </a:rPr>
              <a:t>SELECT </a:t>
            </a:r>
          </a:p>
          <a:p>
            <a:pPr marL="0" indent="0">
              <a:buNone/>
            </a:pPr>
            <a:r>
              <a:rPr lang="en-US" dirty="0" err="1">
                <a:solidFill>
                  <a:schemeClr val="tx2"/>
                </a:solidFill>
              </a:rPr>
              <a:t>t.trainer_name</a:t>
            </a:r>
            <a:r>
              <a:rPr lang="en-US" dirty="0">
                <a:solidFill>
                  <a:schemeClr val="tx2"/>
                </a:solidFill>
              </a:rPr>
              <a:t>,</a:t>
            </a:r>
          </a:p>
          <a:p>
            <a:pPr marL="0" indent="0">
              <a:buNone/>
            </a:pPr>
            <a:r>
              <a:rPr lang="en-US" dirty="0">
                <a:solidFill>
                  <a:schemeClr val="tx2"/>
                </a:solidFill>
              </a:rPr>
              <a:t> </a:t>
            </a:r>
            <a:r>
              <a:rPr lang="en-US" dirty="0" err="1">
                <a:solidFill>
                  <a:schemeClr val="tx2"/>
                </a:solidFill>
              </a:rPr>
              <a:t>m.first_name</a:t>
            </a:r>
            <a:r>
              <a:rPr lang="en-US" dirty="0">
                <a:solidFill>
                  <a:schemeClr val="tx2"/>
                </a:solidFill>
              </a:rPr>
              <a:t>,</a:t>
            </a:r>
          </a:p>
          <a:p>
            <a:pPr marL="0" indent="0">
              <a:buNone/>
            </a:pPr>
            <a:r>
              <a:rPr lang="en-US" dirty="0">
                <a:solidFill>
                  <a:schemeClr val="tx2"/>
                </a:solidFill>
              </a:rPr>
              <a:t> </a:t>
            </a:r>
            <a:r>
              <a:rPr lang="en-US" dirty="0" err="1">
                <a:solidFill>
                  <a:schemeClr val="tx2"/>
                </a:solidFill>
              </a:rPr>
              <a:t>m.last_name</a:t>
            </a:r>
            <a:r>
              <a:rPr lang="en-US" dirty="0">
                <a:solidFill>
                  <a:schemeClr val="tx2"/>
                </a:solidFill>
              </a:rPr>
              <a:t>,</a:t>
            </a:r>
          </a:p>
          <a:p>
            <a:pPr marL="0" indent="0">
              <a:buNone/>
            </a:pPr>
            <a:r>
              <a:rPr lang="en-US" dirty="0">
                <a:solidFill>
                  <a:schemeClr val="tx2"/>
                </a:solidFill>
              </a:rPr>
              <a:t> </a:t>
            </a:r>
            <a:r>
              <a:rPr lang="en-US" dirty="0" err="1">
                <a:solidFill>
                  <a:schemeClr val="tx2"/>
                </a:solidFill>
              </a:rPr>
              <a:t>m.join_date</a:t>
            </a:r>
            <a:endParaRPr lang="en-US" dirty="0">
              <a:solidFill>
                <a:schemeClr val="tx2"/>
              </a:solidFill>
            </a:endParaRPr>
          </a:p>
          <a:p>
            <a:pPr marL="0" indent="0">
              <a:buNone/>
            </a:pPr>
            <a:r>
              <a:rPr lang="en-US" dirty="0">
                <a:solidFill>
                  <a:schemeClr val="tx2"/>
                </a:solidFill>
              </a:rPr>
              <a:t>FROM Trainers t</a:t>
            </a:r>
          </a:p>
          <a:p>
            <a:pPr marL="0" indent="0">
              <a:buNone/>
            </a:pPr>
            <a:r>
              <a:rPr lang="en-US" dirty="0">
                <a:solidFill>
                  <a:schemeClr val="tx2"/>
                </a:solidFill>
              </a:rPr>
              <a:t>JOIN Members m</a:t>
            </a:r>
          </a:p>
          <a:p>
            <a:pPr marL="0" indent="0">
              <a:buNone/>
            </a:pPr>
            <a:r>
              <a:rPr lang="en-US" dirty="0">
                <a:solidFill>
                  <a:schemeClr val="tx2"/>
                </a:solidFill>
              </a:rPr>
              <a:t>ON </a:t>
            </a:r>
            <a:r>
              <a:rPr lang="en-US" dirty="0" err="1">
                <a:solidFill>
                  <a:schemeClr val="tx2"/>
                </a:solidFill>
              </a:rPr>
              <a:t>t.member_id</a:t>
            </a:r>
            <a:r>
              <a:rPr lang="en-US" dirty="0">
                <a:solidFill>
                  <a:schemeClr val="tx2"/>
                </a:solidFill>
              </a:rPr>
              <a:t> = </a:t>
            </a:r>
            <a:r>
              <a:rPr lang="en-US" dirty="0" err="1">
                <a:solidFill>
                  <a:schemeClr val="tx2"/>
                </a:solidFill>
              </a:rPr>
              <a:t>m.member_id</a:t>
            </a:r>
            <a:endParaRPr lang="en-US" dirty="0">
              <a:solidFill>
                <a:schemeClr val="tx2"/>
              </a:solidFill>
            </a:endParaRPr>
          </a:p>
          <a:p>
            <a:pPr marL="0" indent="0">
              <a:buNone/>
            </a:pPr>
            <a:r>
              <a:rPr lang="en-US" dirty="0">
                <a:solidFill>
                  <a:schemeClr val="tx2"/>
                </a:solidFill>
              </a:rPr>
              <a:t>WHERE </a:t>
            </a:r>
            <a:r>
              <a:rPr lang="en-US" dirty="0" err="1">
                <a:solidFill>
                  <a:schemeClr val="tx2"/>
                </a:solidFill>
              </a:rPr>
              <a:t>m.member_id</a:t>
            </a:r>
            <a:r>
              <a:rPr lang="en-US" dirty="0">
                <a:solidFill>
                  <a:schemeClr val="tx2"/>
                </a:solidFill>
              </a:rPr>
              <a:t> IN (</a:t>
            </a:r>
          </a:p>
          <a:p>
            <a:pPr marL="0" indent="0">
              <a:buNone/>
            </a:pPr>
            <a:r>
              <a:rPr lang="en-US" dirty="0">
                <a:solidFill>
                  <a:schemeClr val="tx2"/>
                </a:solidFill>
              </a:rPr>
              <a:t>SELECT </a:t>
            </a:r>
            <a:r>
              <a:rPr lang="en-US" dirty="0" err="1">
                <a:solidFill>
                  <a:schemeClr val="tx2"/>
                </a:solidFill>
              </a:rPr>
              <a:t>member_id</a:t>
            </a:r>
            <a:endParaRPr lang="en-US" dirty="0">
              <a:solidFill>
                <a:schemeClr val="tx2"/>
              </a:solidFill>
            </a:endParaRPr>
          </a:p>
          <a:p>
            <a:pPr marL="0" indent="0">
              <a:buNone/>
            </a:pPr>
            <a:r>
              <a:rPr lang="en-US" dirty="0">
                <a:solidFill>
                  <a:schemeClr val="tx2"/>
                </a:solidFill>
              </a:rPr>
              <a:t> FROM Members</a:t>
            </a:r>
          </a:p>
          <a:p>
            <a:pPr marL="0" indent="0">
              <a:buNone/>
            </a:pPr>
            <a:r>
              <a:rPr lang="en-US" dirty="0">
                <a:solidFill>
                  <a:schemeClr val="tx2"/>
                </a:solidFill>
              </a:rPr>
              <a:t> WHERE </a:t>
            </a:r>
            <a:r>
              <a:rPr lang="en-US" dirty="0" err="1">
                <a:solidFill>
                  <a:schemeClr val="tx2"/>
                </a:solidFill>
              </a:rPr>
              <a:t>join_date</a:t>
            </a:r>
            <a:r>
              <a:rPr lang="en-US" dirty="0">
                <a:solidFill>
                  <a:schemeClr val="tx2"/>
                </a:solidFill>
              </a:rPr>
              <a:t> &gt; '2026-04-01’);</a:t>
            </a:r>
          </a:p>
        </p:txBody>
      </p:sp>
      <p:pic>
        <p:nvPicPr>
          <p:cNvPr id="8" name="Picture 7">
            <a:extLst>
              <a:ext uri="{FF2B5EF4-FFF2-40B4-BE49-F238E27FC236}">
                <a16:creationId xmlns:a16="http://schemas.microsoft.com/office/drawing/2014/main" id="{485AA801-C1BA-CF7D-DABD-CBC7D1C320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86402"/>
            <a:ext cx="4640213" cy="2642689"/>
          </a:xfrm>
          <a:prstGeom prst="rect">
            <a:avLst/>
          </a:prstGeom>
        </p:spPr>
      </p:pic>
    </p:spTree>
    <p:extLst>
      <p:ext uri="{BB962C8B-B14F-4D97-AF65-F5344CB8AC3E}">
        <p14:creationId xmlns:p14="http://schemas.microsoft.com/office/powerpoint/2010/main" val="2388777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8221E-740F-1D46-8B16-4F9D18C575FE}"/>
              </a:ext>
            </a:extLst>
          </p:cNvPr>
          <p:cNvSpPr>
            <a:spLocks noGrp="1"/>
          </p:cNvSpPr>
          <p:nvPr>
            <p:ph type="title"/>
          </p:nvPr>
        </p:nvSpPr>
        <p:spPr/>
        <p:txBody>
          <a:bodyPr/>
          <a:lstStyle/>
          <a:p>
            <a:r>
              <a:rPr lang="en-US" dirty="0"/>
              <a:t>..</a:t>
            </a:r>
            <a:br>
              <a:rPr lang="en-US" dirty="0"/>
            </a:br>
            <a:endParaRPr lang="en-IN" dirty="0"/>
          </a:p>
        </p:txBody>
      </p:sp>
      <p:sp>
        <p:nvSpPr>
          <p:cNvPr id="3" name="Content Placeholder 2">
            <a:extLst>
              <a:ext uri="{FF2B5EF4-FFF2-40B4-BE49-F238E27FC236}">
                <a16:creationId xmlns:a16="http://schemas.microsoft.com/office/drawing/2014/main" id="{1AEE1D35-680F-65BF-7520-5063BE5F85CA}"/>
              </a:ext>
            </a:extLst>
          </p:cNvPr>
          <p:cNvSpPr>
            <a:spLocks noGrp="1"/>
          </p:cNvSpPr>
          <p:nvPr>
            <p:ph sz="quarter" idx="13"/>
          </p:nvPr>
        </p:nvSpPr>
        <p:spPr>
          <a:xfrm>
            <a:off x="223963" y="1128443"/>
            <a:ext cx="5106026" cy="3641557"/>
          </a:xfrm>
        </p:spPr>
        <p:txBody>
          <a:bodyPr anchor="ctr">
            <a:normAutofit/>
          </a:bodyPr>
          <a:lstStyle/>
          <a:p>
            <a:pPr marL="0" indent="0" algn="ctr">
              <a:buNone/>
            </a:pPr>
            <a:r>
              <a:rPr lang="en-US" sz="4000" dirty="0">
                <a:latin typeface="Bodoni MT" panose="02070603080606020203" pitchFamily="18" charset="0"/>
              </a:rPr>
              <a:t>joins</a:t>
            </a:r>
            <a:endParaRPr lang="en-IN" sz="4000" dirty="0">
              <a:latin typeface="Bodoni MT" panose="02070603080606020203" pitchFamily="18" charset="0"/>
            </a:endParaRPr>
          </a:p>
        </p:txBody>
      </p:sp>
      <p:pic>
        <p:nvPicPr>
          <p:cNvPr id="6" name="Content Placeholder 5">
            <a:extLst>
              <a:ext uri="{FF2B5EF4-FFF2-40B4-BE49-F238E27FC236}">
                <a16:creationId xmlns:a16="http://schemas.microsoft.com/office/drawing/2014/main" id="{2FAB93F2-4C33-DE12-EBEE-6E4ADBF4CA58}"/>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646821" y="0"/>
            <a:ext cx="6545179" cy="6858000"/>
          </a:xfrm>
          <a:prstGeom prst="rect">
            <a:avLst/>
          </a:prstGeom>
        </p:spPr>
      </p:pic>
    </p:spTree>
    <p:extLst>
      <p:ext uri="{BB962C8B-B14F-4D97-AF65-F5344CB8AC3E}">
        <p14:creationId xmlns:p14="http://schemas.microsoft.com/office/powerpoint/2010/main" val="1363712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9A126-3C1D-63B9-D413-366449BCF09D}"/>
              </a:ext>
            </a:extLst>
          </p:cNvPr>
          <p:cNvSpPr>
            <a:spLocks noGrp="1"/>
          </p:cNvSpPr>
          <p:nvPr>
            <p:ph type="title"/>
          </p:nvPr>
        </p:nvSpPr>
        <p:spPr>
          <a:xfrm>
            <a:off x="0" y="-16781"/>
            <a:ext cx="12191999" cy="796412"/>
          </a:xfrm>
          <a:solidFill>
            <a:schemeClr val="bg2"/>
          </a:solidFill>
        </p:spPr>
        <p:txBody>
          <a:bodyPr numCol="1" anchor="t">
            <a:noAutofit/>
          </a:bodyPr>
          <a:lstStyle/>
          <a:p>
            <a:pPr algn="l">
              <a:lnSpc>
                <a:spcPct val="200000"/>
              </a:lnSpc>
            </a:pPr>
            <a:r>
              <a:rPr lang="en-US" sz="2000" b="1" cap="none" dirty="0">
                <a:solidFill>
                  <a:schemeClr val="bg2">
                    <a:lumMod val="50000"/>
                  </a:schemeClr>
                </a:solidFill>
              </a:rPr>
              <a:t>Display  Each Member's Name Along With Their Membership Plan ?</a:t>
            </a:r>
            <a:br>
              <a:rPr lang="en-US" sz="2000" b="1" cap="none" dirty="0">
                <a:solidFill>
                  <a:schemeClr val="bg2">
                    <a:lumMod val="50000"/>
                  </a:schemeClr>
                </a:solidFill>
              </a:rPr>
            </a:br>
            <a:endParaRPr lang="en-IN" sz="2000" dirty="0">
              <a:solidFill>
                <a:schemeClr val="bg1"/>
              </a:solidFill>
            </a:endParaRPr>
          </a:p>
        </p:txBody>
      </p:sp>
      <p:pic>
        <p:nvPicPr>
          <p:cNvPr id="6" name="Content Placeholder 5">
            <a:extLst>
              <a:ext uri="{FF2B5EF4-FFF2-40B4-BE49-F238E27FC236}">
                <a16:creationId xmlns:a16="http://schemas.microsoft.com/office/drawing/2014/main" id="{0F801725-7E08-B09F-91CD-5072226342C4}"/>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 y="779631"/>
            <a:ext cx="5643716" cy="6078367"/>
          </a:xfrm>
          <a:prstGeom prst="rect">
            <a:avLst/>
          </a:prstGeom>
        </p:spPr>
      </p:pic>
      <p:sp>
        <p:nvSpPr>
          <p:cNvPr id="10" name="Content Placeholder 9">
            <a:extLst>
              <a:ext uri="{FF2B5EF4-FFF2-40B4-BE49-F238E27FC236}">
                <a16:creationId xmlns:a16="http://schemas.microsoft.com/office/drawing/2014/main" id="{0F3EC296-6E93-CAE5-9D74-35EAEAA731E2}"/>
              </a:ext>
            </a:extLst>
          </p:cNvPr>
          <p:cNvSpPr>
            <a:spLocks noGrp="1"/>
          </p:cNvSpPr>
          <p:nvPr>
            <p:ph sz="quarter" idx="14"/>
          </p:nvPr>
        </p:nvSpPr>
        <p:spPr>
          <a:xfrm>
            <a:off x="8957187" y="993058"/>
            <a:ext cx="3234812" cy="4168877"/>
          </a:xfrm>
        </p:spPr>
        <p:txBody>
          <a:bodyPr>
            <a:normAutofit fontScale="85000" lnSpcReduction="10000"/>
          </a:bodyPr>
          <a:lstStyle/>
          <a:p>
            <a:pPr marL="0" indent="0">
              <a:buNone/>
            </a:pPr>
            <a:r>
              <a:rPr lang="en-US" b="1" cap="none" dirty="0">
                <a:solidFill>
                  <a:schemeClr val="bg2">
                    <a:lumMod val="50000"/>
                  </a:schemeClr>
                </a:solidFill>
              </a:rPr>
              <a:t>Syntax:</a:t>
            </a:r>
          </a:p>
          <a:p>
            <a:pPr marL="0" indent="0">
              <a:buNone/>
            </a:pPr>
            <a:r>
              <a:rPr lang="en-US" dirty="0">
                <a:solidFill>
                  <a:schemeClr val="bg2">
                    <a:lumMod val="50000"/>
                  </a:schemeClr>
                </a:solidFill>
              </a:rPr>
              <a:t>SELECT </a:t>
            </a:r>
          </a:p>
          <a:p>
            <a:pPr marL="0" indent="0">
              <a:buNone/>
            </a:pPr>
            <a:r>
              <a:rPr lang="en-US" cap="none" dirty="0" err="1">
                <a:solidFill>
                  <a:schemeClr val="bg2">
                    <a:lumMod val="50000"/>
                  </a:schemeClr>
                </a:solidFill>
              </a:rPr>
              <a:t>m.member_id</a:t>
            </a:r>
            <a:r>
              <a:rPr lang="en-US" cap="none" dirty="0">
                <a:solidFill>
                  <a:schemeClr val="bg2">
                    <a:lumMod val="50000"/>
                  </a:schemeClr>
                </a:solidFill>
              </a:rPr>
              <a:t>,</a:t>
            </a:r>
          </a:p>
          <a:p>
            <a:pPr marL="0" indent="0">
              <a:buNone/>
            </a:pPr>
            <a:r>
              <a:rPr lang="en-US" cap="none" dirty="0">
                <a:solidFill>
                  <a:schemeClr val="bg2">
                    <a:lumMod val="50000"/>
                  </a:schemeClr>
                </a:solidFill>
              </a:rPr>
              <a:t> </a:t>
            </a:r>
            <a:r>
              <a:rPr lang="en-US" cap="none" dirty="0" err="1">
                <a:solidFill>
                  <a:schemeClr val="bg2">
                    <a:lumMod val="50000"/>
                  </a:schemeClr>
                </a:solidFill>
              </a:rPr>
              <a:t>m.first_name</a:t>
            </a:r>
            <a:r>
              <a:rPr lang="en-US" cap="none" dirty="0">
                <a:solidFill>
                  <a:schemeClr val="bg2">
                    <a:lumMod val="50000"/>
                  </a:schemeClr>
                </a:solidFill>
              </a:rPr>
              <a:t>,      </a:t>
            </a:r>
          </a:p>
          <a:p>
            <a:pPr marL="0" indent="0">
              <a:buNone/>
            </a:pPr>
            <a:r>
              <a:rPr lang="en-US" cap="none" dirty="0">
                <a:solidFill>
                  <a:schemeClr val="bg2">
                    <a:lumMod val="50000"/>
                  </a:schemeClr>
                </a:solidFill>
              </a:rPr>
              <a:t> </a:t>
            </a:r>
            <a:r>
              <a:rPr lang="en-US" cap="none" dirty="0" err="1">
                <a:solidFill>
                  <a:schemeClr val="bg2">
                    <a:lumMod val="50000"/>
                  </a:schemeClr>
                </a:solidFill>
              </a:rPr>
              <a:t>m.last_name</a:t>
            </a:r>
            <a:r>
              <a:rPr lang="en-US" cap="none" dirty="0">
                <a:solidFill>
                  <a:schemeClr val="bg2">
                    <a:lumMod val="50000"/>
                  </a:schemeClr>
                </a:solidFill>
              </a:rPr>
              <a:t>, </a:t>
            </a:r>
          </a:p>
          <a:p>
            <a:pPr marL="0" indent="0">
              <a:buNone/>
            </a:pPr>
            <a:r>
              <a:rPr lang="en-US" cap="none" dirty="0" err="1">
                <a:solidFill>
                  <a:schemeClr val="bg2">
                    <a:lumMod val="50000"/>
                  </a:schemeClr>
                </a:solidFill>
              </a:rPr>
              <a:t>mp.plan_name</a:t>
            </a:r>
            <a:r>
              <a:rPr lang="en-US" cap="none" dirty="0">
                <a:solidFill>
                  <a:schemeClr val="bg2">
                    <a:lumMod val="50000"/>
                  </a:schemeClr>
                </a:solidFill>
              </a:rPr>
              <a:t>,       </a:t>
            </a:r>
          </a:p>
          <a:p>
            <a:pPr marL="0" indent="0">
              <a:buNone/>
            </a:pPr>
            <a:r>
              <a:rPr lang="en-US" cap="none" dirty="0" err="1">
                <a:solidFill>
                  <a:schemeClr val="bg2">
                    <a:lumMod val="50000"/>
                  </a:schemeClr>
                </a:solidFill>
              </a:rPr>
              <a:t>mp.amount</a:t>
            </a:r>
            <a:r>
              <a:rPr lang="en-US" cap="none" dirty="0">
                <a:solidFill>
                  <a:schemeClr val="bg2">
                    <a:lumMod val="50000"/>
                  </a:schemeClr>
                </a:solidFill>
              </a:rPr>
              <a:t> </a:t>
            </a:r>
          </a:p>
          <a:p>
            <a:pPr marL="0" indent="0">
              <a:buNone/>
            </a:pPr>
            <a:r>
              <a:rPr lang="en-US" dirty="0">
                <a:solidFill>
                  <a:schemeClr val="bg2">
                    <a:lumMod val="50000"/>
                  </a:schemeClr>
                </a:solidFill>
              </a:rPr>
              <a:t>FROM </a:t>
            </a:r>
            <a:r>
              <a:rPr lang="en-US" cap="none" dirty="0">
                <a:solidFill>
                  <a:schemeClr val="bg2">
                    <a:lumMod val="50000"/>
                  </a:schemeClr>
                </a:solidFill>
              </a:rPr>
              <a:t>members m</a:t>
            </a:r>
            <a:endParaRPr lang="en-US" dirty="0">
              <a:solidFill>
                <a:schemeClr val="bg2">
                  <a:lumMod val="50000"/>
                </a:schemeClr>
              </a:solidFill>
            </a:endParaRPr>
          </a:p>
          <a:p>
            <a:pPr marL="0" indent="0">
              <a:buNone/>
            </a:pPr>
            <a:r>
              <a:rPr lang="en-US" dirty="0" err="1">
                <a:solidFill>
                  <a:schemeClr val="bg2">
                    <a:lumMod val="50000"/>
                  </a:schemeClr>
                </a:solidFill>
              </a:rPr>
              <a:t>iNNER</a:t>
            </a:r>
            <a:r>
              <a:rPr lang="en-US" dirty="0">
                <a:solidFill>
                  <a:schemeClr val="bg2">
                    <a:lumMod val="50000"/>
                  </a:schemeClr>
                </a:solidFill>
              </a:rPr>
              <a:t> JOIN </a:t>
            </a:r>
            <a:r>
              <a:rPr lang="en-US" cap="none" dirty="0" err="1">
                <a:solidFill>
                  <a:schemeClr val="bg2">
                    <a:lumMod val="50000"/>
                  </a:schemeClr>
                </a:solidFill>
              </a:rPr>
              <a:t>membership_plan</a:t>
            </a:r>
            <a:r>
              <a:rPr lang="en-US" cap="none" dirty="0">
                <a:solidFill>
                  <a:schemeClr val="bg2">
                    <a:lumMod val="50000"/>
                  </a:schemeClr>
                </a:solidFill>
              </a:rPr>
              <a:t> </a:t>
            </a:r>
            <a:r>
              <a:rPr lang="en-US" cap="none" dirty="0" err="1">
                <a:solidFill>
                  <a:schemeClr val="bg2">
                    <a:lumMod val="50000"/>
                  </a:schemeClr>
                </a:solidFill>
              </a:rPr>
              <a:t>mp</a:t>
            </a:r>
            <a:endParaRPr lang="en-US" dirty="0">
              <a:solidFill>
                <a:schemeClr val="bg2">
                  <a:lumMod val="50000"/>
                </a:schemeClr>
              </a:solidFill>
            </a:endParaRPr>
          </a:p>
          <a:p>
            <a:pPr marL="0" indent="0">
              <a:buNone/>
            </a:pPr>
            <a:r>
              <a:rPr lang="en-US" dirty="0">
                <a:solidFill>
                  <a:schemeClr val="bg2">
                    <a:lumMod val="50000"/>
                  </a:schemeClr>
                </a:solidFill>
              </a:rPr>
              <a:t>ON </a:t>
            </a:r>
            <a:r>
              <a:rPr lang="en-US" cap="none" dirty="0" err="1">
                <a:solidFill>
                  <a:schemeClr val="bg2">
                    <a:lumMod val="50000"/>
                  </a:schemeClr>
                </a:solidFill>
              </a:rPr>
              <a:t>m.plan_id</a:t>
            </a:r>
            <a:r>
              <a:rPr lang="en-US" cap="none" dirty="0">
                <a:solidFill>
                  <a:schemeClr val="bg2">
                    <a:lumMod val="50000"/>
                  </a:schemeClr>
                </a:solidFill>
              </a:rPr>
              <a:t> = </a:t>
            </a:r>
            <a:r>
              <a:rPr lang="en-US" cap="none" dirty="0" err="1">
                <a:solidFill>
                  <a:schemeClr val="bg2">
                    <a:lumMod val="50000"/>
                  </a:schemeClr>
                </a:solidFill>
              </a:rPr>
              <a:t>mp.plan_id</a:t>
            </a:r>
            <a:r>
              <a:rPr lang="en-US" cap="none" dirty="0">
                <a:solidFill>
                  <a:schemeClr val="bg2">
                    <a:lumMod val="50000"/>
                  </a:schemeClr>
                </a:solidFill>
              </a:rPr>
              <a:t>;</a:t>
            </a:r>
            <a:endParaRPr lang="en-IN" dirty="0">
              <a:solidFill>
                <a:schemeClr val="bg2">
                  <a:lumMod val="50000"/>
                </a:schemeClr>
              </a:solidFill>
            </a:endParaRPr>
          </a:p>
        </p:txBody>
      </p:sp>
      <p:pic>
        <p:nvPicPr>
          <p:cNvPr id="4" name="Picture 3">
            <a:extLst>
              <a:ext uri="{FF2B5EF4-FFF2-40B4-BE49-F238E27FC236}">
                <a16:creationId xmlns:a16="http://schemas.microsoft.com/office/drawing/2014/main" id="{9A708C0E-0B95-8D94-109F-F1E2664702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3717" y="1474838"/>
            <a:ext cx="3234812" cy="3056814"/>
          </a:xfrm>
          <a:prstGeom prst="rect">
            <a:avLst/>
          </a:prstGeom>
        </p:spPr>
      </p:pic>
    </p:spTree>
    <p:extLst>
      <p:ext uri="{BB962C8B-B14F-4D97-AF65-F5344CB8AC3E}">
        <p14:creationId xmlns:p14="http://schemas.microsoft.com/office/powerpoint/2010/main" val="4141296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C4D4-8F02-917E-AD25-0B5FE8F89A14}"/>
              </a:ext>
            </a:extLst>
          </p:cNvPr>
          <p:cNvSpPr>
            <a:spLocks noGrp="1"/>
          </p:cNvSpPr>
          <p:nvPr>
            <p:ph type="title"/>
          </p:nvPr>
        </p:nvSpPr>
        <p:spPr>
          <a:xfrm>
            <a:off x="0" y="0"/>
            <a:ext cx="12192000" cy="855406"/>
          </a:xfrm>
          <a:solidFill>
            <a:schemeClr val="bg2"/>
          </a:solidFill>
        </p:spPr>
        <p:txBody>
          <a:bodyPr numCol="1" anchor="b">
            <a:normAutofit fontScale="90000"/>
          </a:bodyPr>
          <a:lstStyle/>
          <a:p>
            <a:pPr algn="l"/>
            <a:br>
              <a:rPr lang="en-US" sz="2400" dirty="0">
                <a:solidFill>
                  <a:schemeClr val="bg1"/>
                </a:solidFill>
              </a:rPr>
            </a:br>
            <a:br>
              <a:rPr lang="en-US" sz="2400" dirty="0">
                <a:solidFill>
                  <a:schemeClr val="bg1"/>
                </a:solidFill>
              </a:rPr>
            </a:br>
            <a:br>
              <a:rPr lang="en-US" sz="2400" dirty="0">
                <a:solidFill>
                  <a:schemeClr val="bg1"/>
                </a:solidFill>
              </a:rPr>
            </a:br>
            <a:r>
              <a:rPr lang="en-IN" sz="2400" b="1" cap="none" dirty="0">
                <a:solidFill>
                  <a:schemeClr val="bg2">
                    <a:lumMod val="50000"/>
                  </a:schemeClr>
                </a:solidFill>
              </a:rPr>
              <a:t>Display Each Member's Attendance Details?</a:t>
            </a:r>
            <a:br>
              <a:rPr lang="en-IN" sz="2200" b="1" cap="none" dirty="0">
                <a:solidFill>
                  <a:schemeClr val="bg2">
                    <a:lumMod val="50000"/>
                  </a:schemeClr>
                </a:solidFill>
              </a:rPr>
            </a:br>
            <a:endParaRPr lang="en-IN" sz="2200" dirty="0">
              <a:solidFill>
                <a:schemeClr val="bg1"/>
              </a:solidFill>
            </a:endParaRPr>
          </a:p>
        </p:txBody>
      </p:sp>
      <p:pic>
        <p:nvPicPr>
          <p:cNvPr id="6" name="Content Placeholder 5">
            <a:extLst>
              <a:ext uri="{FF2B5EF4-FFF2-40B4-BE49-F238E27FC236}">
                <a16:creationId xmlns:a16="http://schemas.microsoft.com/office/drawing/2014/main" id="{28029BDC-3CA3-6DB6-F7DE-016ED218DF78}"/>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843326"/>
            <a:ext cx="5034116" cy="6014673"/>
          </a:xfrm>
          <a:prstGeom prst="rect">
            <a:avLst/>
          </a:prstGeom>
        </p:spPr>
      </p:pic>
      <p:sp>
        <p:nvSpPr>
          <p:cNvPr id="4" name="Content Placeholder 3">
            <a:extLst>
              <a:ext uri="{FF2B5EF4-FFF2-40B4-BE49-F238E27FC236}">
                <a16:creationId xmlns:a16="http://schemas.microsoft.com/office/drawing/2014/main" id="{9D2735E1-D0BD-C5F7-B3A0-A4687908D424}"/>
              </a:ext>
            </a:extLst>
          </p:cNvPr>
          <p:cNvSpPr>
            <a:spLocks noGrp="1"/>
          </p:cNvSpPr>
          <p:nvPr>
            <p:ph sz="quarter" idx="14"/>
          </p:nvPr>
        </p:nvSpPr>
        <p:spPr>
          <a:xfrm>
            <a:off x="8740877" y="1133168"/>
            <a:ext cx="3451123" cy="4729315"/>
          </a:xfrm>
        </p:spPr>
        <p:txBody>
          <a:bodyPr/>
          <a:lstStyle/>
          <a:p>
            <a:pPr marL="0" indent="0">
              <a:lnSpc>
                <a:spcPct val="100000"/>
              </a:lnSpc>
              <a:buNone/>
            </a:pPr>
            <a:r>
              <a:rPr lang="en-IN" b="1" cap="none" dirty="0">
                <a:solidFill>
                  <a:schemeClr val="bg2">
                    <a:lumMod val="50000"/>
                  </a:schemeClr>
                </a:solidFill>
              </a:rPr>
              <a:t>Syntax :</a:t>
            </a:r>
          </a:p>
          <a:p>
            <a:pPr marL="0" indent="0">
              <a:lnSpc>
                <a:spcPct val="100000"/>
              </a:lnSpc>
              <a:buNone/>
            </a:pPr>
            <a:r>
              <a:rPr lang="en-IN" sz="1600" cap="none" dirty="0">
                <a:solidFill>
                  <a:schemeClr val="bg2">
                    <a:lumMod val="50000"/>
                  </a:schemeClr>
                </a:solidFill>
              </a:rPr>
              <a:t> SELECT</a:t>
            </a:r>
          </a:p>
          <a:p>
            <a:pPr marL="0" indent="0">
              <a:lnSpc>
                <a:spcPct val="100000"/>
              </a:lnSpc>
              <a:buNone/>
            </a:pPr>
            <a:r>
              <a:rPr lang="en-IN" sz="1600" cap="none" dirty="0">
                <a:solidFill>
                  <a:schemeClr val="bg2">
                    <a:lumMod val="50000"/>
                  </a:schemeClr>
                </a:solidFill>
              </a:rPr>
              <a:t> </a:t>
            </a:r>
            <a:r>
              <a:rPr lang="en-IN" sz="1600" cap="none" dirty="0" err="1">
                <a:solidFill>
                  <a:schemeClr val="bg2">
                    <a:lumMod val="50000"/>
                  </a:schemeClr>
                </a:solidFill>
              </a:rPr>
              <a:t>m.first_name</a:t>
            </a:r>
            <a:r>
              <a:rPr lang="en-IN" sz="1600" cap="none" dirty="0">
                <a:solidFill>
                  <a:schemeClr val="bg2">
                    <a:lumMod val="50000"/>
                  </a:schemeClr>
                </a:solidFill>
              </a:rPr>
              <a:t>,</a:t>
            </a:r>
          </a:p>
          <a:p>
            <a:pPr marL="0" indent="0">
              <a:lnSpc>
                <a:spcPct val="100000"/>
              </a:lnSpc>
              <a:buNone/>
            </a:pPr>
            <a:r>
              <a:rPr lang="en-IN" sz="1600" cap="none" dirty="0">
                <a:solidFill>
                  <a:schemeClr val="bg2">
                    <a:lumMod val="50000"/>
                  </a:schemeClr>
                </a:solidFill>
              </a:rPr>
              <a:t> </a:t>
            </a:r>
            <a:r>
              <a:rPr lang="en-IN" sz="1600" cap="none" dirty="0" err="1">
                <a:solidFill>
                  <a:schemeClr val="bg2">
                    <a:lumMod val="50000"/>
                  </a:schemeClr>
                </a:solidFill>
              </a:rPr>
              <a:t>m.last_name</a:t>
            </a:r>
            <a:r>
              <a:rPr lang="en-IN" sz="1600" cap="none" dirty="0">
                <a:solidFill>
                  <a:schemeClr val="bg2">
                    <a:lumMod val="50000"/>
                  </a:schemeClr>
                </a:solidFill>
              </a:rPr>
              <a:t>, </a:t>
            </a:r>
          </a:p>
          <a:p>
            <a:pPr marL="0" indent="0">
              <a:lnSpc>
                <a:spcPct val="100000"/>
              </a:lnSpc>
              <a:buNone/>
            </a:pPr>
            <a:r>
              <a:rPr lang="en-IN" sz="1600" cap="none" dirty="0" err="1">
                <a:solidFill>
                  <a:schemeClr val="bg2">
                    <a:lumMod val="50000"/>
                  </a:schemeClr>
                </a:solidFill>
              </a:rPr>
              <a:t>a.attendance_date</a:t>
            </a:r>
            <a:r>
              <a:rPr lang="en-IN" sz="1600" cap="none" dirty="0">
                <a:solidFill>
                  <a:schemeClr val="bg2">
                    <a:lumMod val="50000"/>
                  </a:schemeClr>
                </a:solidFill>
              </a:rPr>
              <a:t>,</a:t>
            </a:r>
          </a:p>
          <a:p>
            <a:pPr marL="0" indent="0">
              <a:lnSpc>
                <a:spcPct val="100000"/>
              </a:lnSpc>
              <a:buNone/>
            </a:pPr>
            <a:r>
              <a:rPr lang="en-IN" sz="1600" cap="none" dirty="0">
                <a:solidFill>
                  <a:schemeClr val="bg2">
                    <a:lumMod val="50000"/>
                  </a:schemeClr>
                </a:solidFill>
              </a:rPr>
              <a:t> </a:t>
            </a:r>
            <a:r>
              <a:rPr lang="en-IN" sz="1600" cap="none" dirty="0" err="1">
                <a:solidFill>
                  <a:schemeClr val="bg2">
                    <a:lumMod val="50000"/>
                  </a:schemeClr>
                </a:solidFill>
              </a:rPr>
              <a:t>a.check_in</a:t>
            </a:r>
            <a:r>
              <a:rPr lang="en-IN" sz="1600" cap="none" dirty="0">
                <a:solidFill>
                  <a:schemeClr val="bg2">
                    <a:lumMod val="50000"/>
                  </a:schemeClr>
                </a:solidFill>
              </a:rPr>
              <a:t>,</a:t>
            </a:r>
          </a:p>
          <a:p>
            <a:pPr marL="0" indent="0">
              <a:lnSpc>
                <a:spcPct val="100000"/>
              </a:lnSpc>
              <a:buNone/>
            </a:pPr>
            <a:r>
              <a:rPr lang="en-IN" sz="1600" cap="none" dirty="0">
                <a:solidFill>
                  <a:schemeClr val="bg2">
                    <a:lumMod val="50000"/>
                  </a:schemeClr>
                </a:solidFill>
              </a:rPr>
              <a:t> </a:t>
            </a:r>
            <a:r>
              <a:rPr lang="en-IN" sz="1600" cap="none" dirty="0" err="1">
                <a:solidFill>
                  <a:schemeClr val="bg2">
                    <a:lumMod val="50000"/>
                  </a:schemeClr>
                </a:solidFill>
              </a:rPr>
              <a:t>a.check_out</a:t>
            </a:r>
            <a:endParaRPr lang="en-IN" sz="1600" cap="none" dirty="0">
              <a:solidFill>
                <a:schemeClr val="bg2">
                  <a:lumMod val="50000"/>
                </a:schemeClr>
              </a:solidFill>
            </a:endParaRPr>
          </a:p>
          <a:p>
            <a:pPr marL="0" indent="0">
              <a:lnSpc>
                <a:spcPct val="100000"/>
              </a:lnSpc>
              <a:buNone/>
            </a:pPr>
            <a:r>
              <a:rPr lang="en-IN" sz="1600" cap="none" dirty="0">
                <a:solidFill>
                  <a:schemeClr val="bg2">
                    <a:lumMod val="50000"/>
                  </a:schemeClr>
                </a:solidFill>
              </a:rPr>
              <a:t> FROM Members m </a:t>
            </a:r>
          </a:p>
          <a:p>
            <a:pPr marL="0" indent="0">
              <a:lnSpc>
                <a:spcPct val="100000"/>
              </a:lnSpc>
              <a:buNone/>
            </a:pPr>
            <a:r>
              <a:rPr lang="en-IN" sz="1600" cap="none" dirty="0">
                <a:solidFill>
                  <a:schemeClr val="bg2">
                    <a:lumMod val="50000"/>
                  </a:schemeClr>
                </a:solidFill>
              </a:rPr>
              <a:t>INNER JOIN Attendance a </a:t>
            </a:r>
          </a:p>
          <a:p>
            <a:pPr marL="0" indent="0">
              <a:lnSpc>
                <a:spcPct val="100000"/>
              </a:lnSpc>
              <a:buNone/>
            </a:pPr>
            <a:r>
              <a:rPr lang="en-IN" sz="1600" cap="none" dirty="0">
                <a:solidFill>
                  <a:schemeClr val="bg2">
                    <a:lumMod val="50000"/>
                  </a:schemeClr>
                </a:solidFill>
              </a:rPr>
              <a:t>ON </a:t>
            </a:r>
            <a:r>
              <a:rPr lang="en-IN" sz="1600" cap="none" dirty="0" err="1">
                <a:solidFill>
                  <a:schemeClr val="bg2">
                    <a:lumMod val="50000"/>
                  </a:schemeClr>
                </a:solidFill>
              </a:rPr>
              <a:t>m.member_id</a:t>
            </a:r>
            <a:r>
              <a:rPr lang="en-IN" sz="1600" cap="none" dirty="0">
                <a:solidFill>
                  <a:schemeClr val="bg2">
                    <a:lumMod val="50000"/>
                  </a:schemeClr>
                </a:solidFill>
              </a:rPr>
              <a:t> = </a:t>
            </a:r>
            <a:r>
              <a:rPr lang="en-IN" sz="1600" cap="none" dirty="0" err="1">
                <a:solidFill>
                  <a:schemeClr val="bg2">
                    <a:lumMod val="50000"/>
                  </a:schemeClr>
                </a:solidFill>
              </a:rPr>
              <a:t>a.member_id</a:t>
            </a:r>
            <a:r>
              <a:rPr lang="en-IN" sz="1600" cap="none" dirty="0">
                <a:solidFill>
                  <a:schemeClr val="bg2">
                    <a:lumMod val="50000"/>
                  </a:schemeClr>
                </a:solidFill>
              </a:rPr>
              <a:t>;</a:t>
            </a:r>
          </a:p>
          <a:p>
            <a:pPr marL="0" indent="0">
              <a:buNone/>
            </a:pPr>
            <a:endParaRPr lang="en-IN" dirty="0"/>
          </a:p>
        </p:txBody>
      </p:sp>
      <p:pic>
        <p:nvPicPr>
          <p:cNvPr id="8" name="Picture 7">
            <a:extLst>
              <a:ext uri="{FF2B5EF4-FFF2-40B4-BE49-F238E27FC236}">
                <a16:creationId xmlns:a16="http://schemas.microsoft.com/office/drawing/2014/main" id="{6B1A6B95-73A7-5267-4E00-37A9B2EE2E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440" y="1408471"/>
            <a:ext cx="3277551" cy="3773130"/>
          </a:xfrm>
          <a:prstGeom prst="rect">
            <a:avLst/>
          </a:prstGeom>
        </p:spPr>
      </p:pic>
    </p:spTree>
    <p:extLst>
      <p:ext uri="{BB962C8B-B14F-4D97-AF65-F5344CB8AC3E}">
        <p14:creationId xmlns:p14="http://schemas.microsoft.com/office/powerpoint/2010/main" val="470470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9651-C7EC-E77E-11FC-2D4E0B0B7D9F}"/>
              </a:ext>
            </a:extLst>
          </p:cNvPr>
          <p:cNvSpPr>
            <a:spLocks noGrp="1"/>
          </p:cNvSpPr>
          <p:nvPr>
            <p:ph type="title"/>
          </p:nvPr>
        </p:nvSpPr>
        <p:spPr>
          <a:xfrm>
            <a:off x="0" y="0"/>
            <a:ext cx="12191999" cy="904567"/>
          </a:xfrm>
          <a:solidFill>
            <a:schemeClr val="bg2"/>
          </a:solidFill>
        </p:spPr>
        <p:txBody>
          <a:bodyPr vert="horz" lIns="91440" tIns="45720" rIns="91440" bIns="45720" numCol="1" rtlCol="0" anchor="t">
            <a:noAutofit/>
          </a:bodyPr>
          <a:lstStyle/>
          <a:p>
            <a:pPr algn="l">
              <a:lnSpc>
                <a:spcPct val="200000"/>
              </a:lnSpc>
            </a:pPr>
            <a:r>
              <a:rPr lang="en-US" sz="2400" b="1" cap="none" dirty="0">
                <a:solidFill>
                  <a:schemeClr val="bg2">
                    <a:lumMod val="50000"/>
                  </a:schemeClr>
                </a:solidFill>
              </a:rPr>
              <a:t> Display all members along with their trainers.</a:t>
            </a:r>
            <a:br>
              <a:rPr lang="en-IN" sz="2400" b="1" cap="none" dirty="0">
                <a:solidFill>
                  <a:schemeClr val="bg2">
                    <a:lumMod val="50000"/>
                  </a:schemeClr>
                </a:solidFill>
              </a:rPr>
            </a:br>
            <a:endParaRPr lang="en-IN" sz="2400" dirty="0">
              <a:solidFill>
                <a:schemeClr val="bg1"/>
              </a:solidFill>
              <a:latin typeface="+mn-lt"/>
            </a:endParaRPr>
          </a:p>
        </p:txBody>
      </p:sp>
      <p:pic>
        <p:nvPicPr>
          <p:cNvPr id="6" name="Content Placeholder 5">
            <a:extLst>
              <a:ext uri="{FF2B5EF4-FFF2-40B4-BE49-F238E27FC236}">
                <a16:creationId xmlns:a16="http://schemas.microsoft.com/office/drawing/2014/main" id="{4D22F6E4-DFB8-82CC-B732-CCBA34C2EC3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904612"/>
            <a:ext cx="4414684" cy="5951083"/>
          </a:xfrm>
          <a:prstGeom prst="rect">
            <a:avLst/>
          </a:prstGeom>
        </p:spPr>
      </p:pic>
      <p:sp>
        <p:nvSpPr>
          <p:cNvPr id="4" name="Content Placeholder 3">
            <a:extLst>
              <a:ext uri="{FF2B5EF4-FFF2-40B4-BE49-F238E27FC236}">
                <a16:creationId xmlns:a16="http://schemas.microsoft.com/office/drawing/2014/main" id="{0AEA54C3-984C-256F-C53B-011A0F293F6A}"/>
              </a:ext>
            </a:extLst>
          </p:cNvPr>
          <p:cNvSpPr>
            <a:spLocks noGrp="1"/>
          </p:cNvSpPr>
          <p:nvPr>
            <p:ph sz="quarter" idx="14"/>
          </p:nvPr>
        </p:nvSpPr>
        <p:spPr>
          <a:xfrm>
            <a:off x="8573729" y="1101216"/>
            <a:ext cx="3618270" cy="3696928"/>
          </a:xfrm>
        </p:spPr>
        <p:txBody>
          <a:bodyPr/>
          <a:lstStyle/>
          <a:p>
            <a:pPr marL="0" indent="0">
              <a:lnSpc>
                <a:spcPct val="100000"/>
              </a:lnSpc>
              <a:buNone/>
            </a:pPr>
            <a:r>
              <a:rPr lang="en-IN" b="1" cap="none" dirty="0">
                <a:solidFill>
                  <a:schemeClr val="bg2">
                    <a:lumMod val="50000"/>
                  </a:schemeClr>
                </a:solidFill>
              </a:rPr>
              <a:t>Syntax : </a:t>
            </a:r>
          </a:p>
          <a:p>
            <a:pPr marL="0" indent="0">
              <a:lnSpc>
                <a:spcPct val="100000"/>
              </a:lnSpc>
              <a:buNone/>
            </a:pPr>
            <a:r>
              <a:rPr lang="en-IN" sz="1600" cap="none" dirty="0">
                <a:solidFill>
                  <a:schemeClr val="bg2">
                    <a:lumMod val="50000"/>
                  </a:schemeClr>
                </a:solidFill>
              </a:rPr>
              <a:t>SELECT</a:t>
            </a:r>
          </a:p>
          <a:p>
            <a:pPr marL="0" indent="0">
              <a:lnSpc>
                <a:spcPct val="100000"/>
              </a:lnSpc>
              <a:buNone/>
            </a:pPr>
            <a:r>
              <a:rPr lang="en-IN" sz="1600" cap="none" dirty="0">
                <a:solidFill>
                  <a:schemeClr val="bg2">
                    <a:lumMod val="50000"/>
                  </a:schemeClr>
                </a:solidFill>
              </a:rPr>
              <a:t> </a:t>
            </a:r>
            <a:r>
              <a:rPr lang="en-IN" sz="1600" cap="none" dirty="0" err="1">
                <a:solidFill>
                  <a:schemeClr val="bg2">
                    <a:lumMod val="50000"/>
                  </a:schemeClr>
                </a:solidFill>
              </a:rPr>
              <a:t>m.first_name</a:t>
            </a:r>
            <a:r>
              <a:rPr lang="en-IN" sz="1600" cap="none" dirty="0">
                <a:solidFill>
                  <a:schemeClr val="bg2">
                    <a:lumMod val="50000"/>
                  </a:schemeClr>
                </a:solidFill>
              </a:rPr>
              <a:t>,</a:t>
            </a:r>
          </a:p>
          <a:p>
            <a:pPr marL="0" indent="0">
              <a:lnSpc>
                <a:spcPct val="100000"/>
              </a:lnSpc>
              <a:buNone/>
            </a:pPr>
            <a:r>
              <a:rPr lang="en-IN" sz="1600" cap="none" dirty="0">
                <a:solidFill>
                  <a:schemeClr val="bg2">
                    <a:lumMod val="50000"/>
                  </a:schemeClr>
                </a:solidFill>
              </a:rPr>
              <a:t> </a:t>
            </a:r>
            <a:r>
              <a:rPr lang="en-IN" sz="1600" cap="none" dirty="0" err="1">
                <a:solidFill>
                  <a:schemeClr val="bg2">
                    <a:lumMod val="50000"/>
                  </a:schemeClr>
                </a:solidFill>
              </a:rPr>
              <a:t>m.last_name</a:t>
            </a:r>
            <a:r>
              <a:rPr lang="en-IN" sz="1600" cap="none" dirty="0">
                <a:solidFill>
                  <a:schemeClr val="bg2">
                    <a:lumMod val="50000"/>
                  </a:schemeClr>
                </a:solidFill>
              </a:rPr>
              <a:t>, </a:t>
            </a:r>
          </a:p>
          <a:p>
            <a:pPr marL="0" indent="0">
              <a:lnSpc>
                <a:spcPct val="100000"/>
              </a:lnSpc>
              <a:buNone/>
            </a:pPr>
            <a:r>
              <a:rPr lang="en-IN" sz="1600" cap="none" dirty="0" err="1">
                <a:solidFill>
                  <a:schemeClr val="bg2">
                    <a:lumMod val="50000"/>
                  </a:schemeClr>
                </a:solidFill>
              </a:rPr>
              <a:t>t.trainer_name</a:t>
            </a:r>
            <a:endParaRPr lang="en-IN" sz="1600" cap="none" dirty="0">
              <a:solidFill>
                <a:schemeClr val="bg2">
                  <a:lumMod val="50000"/>
                </a:schemeClr>
              </a:solidFill>
            </a:endParaRPr>
          </a:p>
          <a:p>
            <a:pPr marL="0" indent="0">
              <a:lnSpc>
                <a:spcPct val="100000"/>
              </a:lnSpc>
              <a:buNone/>
            </a:pPr>
            <a:r>
              <a:rPr lang="en-IN" sz="1600" cap="none" dirty="0">
                <a:solidFill>
                  <a:schemeClr val="bg2">
                    <a:lumMod val="50000"/>
                  </a:schemeClr>
                </a:solidFill>
              </a:rPr>
              <a:t> FROM members m </a:t>
            </a:r>
          </a:p>
          <a:p>
            <a:pPr marL="0" indent="0">
              <a:lnSpc>
                <a:spcPct val="100000"/>
              </a:lnSpc>
              <a:buNone/>
            </a:pPr>
            <a:r>
              <a:rPr lang="en-IN" sz="1600" cap="none" dirty="0">
                <a:solidFill>
                  <a:schemeClr val="bg2">
                    <a:lumMod val="50000"/>
                  </a:schemeClr>
                </a:solidFill>
              </a:rPr>
              <a:t>LEFT JOIN trainers t</a:t>
            </a:r>
          </a:p>
          <a:p>
            <a:pPr marL="0" indent="0">
              <a:lnSpc>
                <a:spcPct val="100000"/>
              </a:lnSpc>
              <a:buNone/>
            </a:pPr>
            <a:r>
              <a:rPr lang="en-IN" sz="1600" cap="none" dirty="0">
                <a:solidFill>
                  <a:schemeClr val="bg2">
                    <a:lumMod val="50000"/>
                  </a:schemeClr>
                </a:solidFill>
              </a:rPr>
              <a:t> ON </a:t>
            </a:r>
            <a:r>
              <a:rPr lang="en-IN" sz="1600" cap="none" dirty="0" err="1">
                <a:solidFill>
                  <a:schemeClr val="bg2">
                    <a:lumMod val="50000"/>
                  </a:schemeClr>
                </a:solidFill>
              </a:rPr>
              <a:t>m.member_id</a:t>
            </a:r>
            <a:r>
              <a:rPr lang="en-IN" sz="1600" cap="none" dirty="0">
                <a:solidFill>
                  <a:schemeClr val="bg2">
                    <a:lumMod val="50000"/>
                  </a:schemeClr>
                </a:solidFill>
              </a:rPr>
              <a:t> = </a:t>
            </a:r>
            <a:r>
              <a:rPr lang="en-IN" sz="1600" cap="none" dirty="0" err="1">
                <a:solidFill>
                  <a:schemeClr val="bg2">
                    <a:lumMod val="50000"/>
                  </a:schemeClr>
                </a:solidFill>
              </a:rPr>
              <a:t>t.member_id</a:t>
            </a:r>
            <a:r>
              <a:rPr lang="en-IN" sz="1600" cap="none" dirty="0">
                <a:solidFill>
                  <a:schemeClr val="bg2">
                    <a:lumMod val="50000"/>
                  </a:schemeClr>
                </a:solidFill>
              </a:rPr>
              <a:t>;</a:t>
            </a:r>
          </a:p>
        </p:txBody>
      </p:sp>
      <p:pic>
        <p:nvPicPr>
          <p:cNvPr id="8" name="Picture 7">
            <a:extLst>
              <a:ext uri="{FF2B5EF4-FFF2-40B4-BE49-F238E27FC236}">
                <a16:creationId xmlns:a16="http://schemas.microsoft.com/office/drawing/2014/main" id="{7FE3ADD5-E63E-2CDA-7A4C-48D0C782A3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0826" y="1533833"/>
            <a:ext cx="3457786" cy="3264311"/>
          </a:xfrm>
          <a:prstGeom prst="rect">
            <a:avLst/>
          </a:prstGeom>
        </p:spPr>
      </p:pic>
    </p:spTree>
    <p:extLst>
      <p:ext uri="{BB962C8B-B14F-4D97-AF65-F5344CB8AC3E}">
        <p14:creationId xmlns:p14="http://schemas.microsoft.com/office/powerpoint/2010/main" val="1159054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DFA0-3D57-66F0-8E0A-ADE1CCD751D3}"/>
              </a:ext>
            </a:extLst>
          </p:cNvPr>
          <p:cNvSpPr>
            <a:spLocks noGrp="1"/>
          </p:cNvSpPr>
          <p:nvPr>
            <p:ph type="title"/>
          </p:nvPr>
        </p:nvSpPr>
        <p:spPr>
          <a:xfrm>
            <a:off x="0" y="2"/>
            <a:ext cx="12192000" cy="658760"/>
          </a:xfrm>
          <a:solidFill>
            <a:schemeClr val="bg2"/>
          </a:solidFill>
        </p:spPr>
        <p:txBody>
          <a:bodyPr>
            <a:normAutofit/>
          </a:bodyPr>
          <a:lstStyle/>
          <a:p>
            <a:pPr algn="l"/>
            <a:r>
              <a:rPr lang="en-IN" sz="2000" b="1" cap="none" dirty="0">
                <a:solidFill>
                  <a:schemeClr val="bg2">
                    <a:lumMod val="50000"/>
                  </a:schemeClr>
                </a:solidFill>
              </a:rPr>
              <a:t>Display All Trainers Along With The Members Assigned To Them?</a:t>
            </a:r>
          </a:p>
        </p:txBody>
      </p:sp>
      <p:pic>
        <p:nvPicPr>
          <p:cNvPr id="6" name="Content Placeholder 5">
            <a:extLst>
              <a:ext uri="{FF2B5EF4-FFF2-40B4-BE49-F238E27FC236}">
                <a16:creationId xmlns:a16="http://schemas.microsoft.com/office/drawing/2014/main" id="{D32557C2-2971-024E-E6D0-6C1A7619C53A}"/>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 y="658762"/>
            <a:ext cx="4532671" cy="6210987"/>
          </a:xfrm>
          <a:prstGeom prst="rect">
            <a:avLst/>
          </a:prstGeom>
        </p:spPr>
      </p:pic>
      <p:sp>
        <p:nvSpPr>
          <p:cNvPr id="4" name="Content Placeholder 3">
            <a:extLst>
              <a:ext uri="{FF2B5EF4-FFF2-40B4-BE49-F238E27FC236}">
                <a16:creationId xmlns:a16="http://schemas.microsoft.com/office/drawing/2014/main" id="{D6C5AE44-A40F-1315-9ACF-D5B71C9B24D2}"/>
              </a:ext>
            </a:extLst>
          </p:cNvPr>
          <p:cNvSpPr>
            <a:spLocks noGrp="1"/>
          </p:cNvSpPr>
          <p:nvPr>
            <p:ph sz="quarter" idx="14"/>
          </p:nvPr>
        </p:nvSpPr>
        <p:spPr>
          <a:xfrm>
            <a:off x="8475406" y="1042220"/>
            <a:ext cx="3716592" cy="4748980"/>
          </a:xfrm>
        </p:spPr>
        <p:txBody>
          <a:bodyPr/>
          <a:lstStyle/>
          <a:p>
            <a:pPr marL="0" indent="0">
              <a:buNone/>
            </a:pPr>
            <a:r>
              <a:rPr lang="en-IN" b="1" dirty="0">
                <a:solidFill>
                  <a:schemeClr val="bg2">
                    <a:lumMod val="50000"/>
                  </a:schemeClr>
                </a:solidFill>
              </a:rPr>
              <a:t>S</a:t>
            </a:r>
            <a:r>
              <a:rPr lang="en-IN" b="1" cap="none" dirty="0">
                <a:solidFill>
                  <a:schemeClr val="bg2">
                    <a:lumMod val="50000"/>
                  </a:schemeClr>
                </a:solidFill>
              </a:rPr>
              <a:t>yntax</a:t>
            </a:r>
            <a:r>
              <a:rPr lang="en-IN" b="1" dirty="0">
                <a:solidFill>
                  <a:schemeClr val="bg2">
                    <a:lumMod val="50000"/>
                  </a:schemeClr>
                </a:solidFill>
              </a:rPr>
              <a:t> :</a:t>
            </a:r>
          </a:p>
          <a:p>
            <a:pPr marL="0" indent="0">
              <a:buNone/>
            </a:pPr>
            <a:r>
              <a:rPr lang="en-IN" sz="1600" cap="none" dirty="0">
                <a:solidFill>
                  <a:schemeClr val="bg2">
                    <a:lumMod val="50000"/>
                  </a:schemeClr>
                </a:solidFill>
              </a:rPr>
              <a:t>SELECT</a:t>
            </a:r>
          </a:p>
          <a:p>
            <a:pPr marL="0" indent="0">
              <a:buNone/>
            </a:pPr>
            <a:r>
              <a:rPr lang="en-IN" sz="1600" cap="none" dirty="0">
                <a:solidFill>
                  <a:schemeClr val="bg2">
                    <a:lumMod val="50000"/>
                  </a:schemeClr>
                </a:solidFill>
              </a:rPr>
              <a:t> </a:t>
            </a:r>
            <a:r>
              <a:rPr lang="en-IN" sz="1600" cap="none" dirty="0" err="1">
                <a:solidFill>
                  <a:schemeClr val="bg2">
                    <a:lumMod val="50000"/>
                  </a:schemeClr>
                </a:solidFill>
              </a:rPr>
              <a:t>t.trainer_name</a:t>
            </a:r>
            <a:r>
              <a:rPr lang="en-IN" sz="1600" cap="none" dirty="0">
                <a:solidFill>
                  <a:schemeClr val="bg2">
                    <a:lumMod val="50000"/>
                  </a:schemeClr>
                </a:solidFill>
              </a:rPr>
              <a:t>, </a:t>
            </a:r>
          </a:p>
          <a:p>
            <a:pPr marL="0" indent="0">
              <a:buNone/>
            </a:pPr>
            <a:r>
              <a:rPr lang="en-IN" sz="1600" cap="none" dirty="0" err="1">
                <a:solidFill>
                  <a:schemeClr val="bg2">
                    <a:lumMod val="50000"/>
                  </a:schemeClr>
                </a:solidFill>
              </a:rPr>
              <a:t>m.first_name</a:t>
            </a:r>
            <a:r>
              <a:rPr lang="en-IN" sz="1600" cap="none" dirty="0">
                <a:solidFill>
                  <a:schemeClr val="bg2">
                    <a:lumMod val="50000"/>
                  </a:schemeClr>
                </a:solidFill>
              </a:rPr>
              <a:t>, </a:t>
            </a:r>
          </a:p>
          <a:p>
            <a:pPr marL="0" indent="0">
              <a:buNone/>
            </a:pPr>
            <a:r>
              <a:rPr lang="en-IN" sz="1600" cap="none" dirty="0" err="1">
                <a:solidFill>
                  <a:schemeClr val="bg2">
                    <a:lumMod val="50000"/>
                  </a:schemeClr>
                </a:solidFill>
              </a:rPr>
              <a:t>m.last_name</a:t>
            </a:r>
            <a:r>
              <a:rPr lang="en-IN" sz="1600" cap="none" dirty="0">
                <a:solidFill>
                  <a:schemeClr val="bg2">
                    <a:lumMod val="50000"/>
                  </a:schemeClr>
                </a:solidFill>
              </a:rPr>
              <a:t> </a:t>
            </a:r>
          </a:p>
          <a:p>
            <a:pPr marL="0" indent="0">
              <a:buNone/>
            </a:pPr>
            <a:r>
              <a:rPr lang="en-IN" sz="1600" cap="none" dirty="0">
                <a:solidFill>
                  <a:schemeClr val="bg2">
                    <a:lumMod val="50000"/>
                  </a:schemeClr>
                </a:solidFill>
              </a:rPr>
              <a:t>FROM members m </a:t>
            </a:r>
          </a:p>
          <a:p>
            <a:pPr marL="0" indent="0">
              <a:buNone/>
            </a:pPr>
            <a:r>
              <a:rPr lang="en-IN" sz="1600" cap="none" dirty="0">
                <a:solidFill>
                  <a:schemeClr val="bg2">
                    <a:lumMod val="50000"/>
                  </a:schemeClr>
                </a:solidFill>
              </a:rPr>
              <a:t>RIGHT JOIN trainers t </a:t>
            </a:r>
          </a:p>
          <a:p>
            <a:pPr marL="0" indent="0">
              <a:buNone/>
            </a:pPr>
            <a:r>
              <a:rPr lang="en-IN" sz="1600" cap="none" dirty="0">
                <a:solidFill>
                  <a:schemeClr val="bg2">
                    <a:lumMod val="50000"/>
                  </a:schemeClr>
                </a:solidFill>
              </a:rPr>
              <a:t>ON </a:t>
            </a:r>
            <a:r>
              <a:rPr lang="en-IN" sz="1600" cap="none" dirty="0" err="1">
                <a:solidFill>
                  <a:schemeClr val="bg2">
                    <a:lumMod val="50000"/>
                  </a:schemeClr>
                </a:solidFill>
              </a:rPr>
              <a:t>m.member_id</a:t>
            </a:r>
            <a:r>
              <a:rPr lang="en-IN" sz="1600" cap="none" dirty="0">
                <a:solidFill>
                  <a:schemeClr val="bg2">
                    <a:lumMod val="50000"/>
                  </a:schemeClr>
                </a:solidFill>
              </a:rPr>
              <a:t> = </a:t>
            </a:r>
            <a:r>
              <a:rPr lang="en-IN" sz="1600" cap="none" dirty="0" err="1">
                <a:solidFill>
                  <a:schemeClr val="bg2">
                    <a:lumMod val="50000"/>
                  </a:schemeClr>
                </a:solidFill>
              </a:rPr>
              <a:t>t.member_id</a:t>
            </a:r>
            <a:r>
              <a:rPr lang="en-IN" sz="1600" cap="none" dirty="0">
                <a:solidFill>
                  <a:schemeClr val="bg2">
                    <a:lumMod val="50000"/>
                  </a:schemeClr>
                </a:solidFill>
              </a:rPr>
              <a:t>;</a:t>
            </a:r>
          </a:p>
          <a:p>
            <a:pPr marL="0" indent="0">
              <a:buNone/>
            </a:pPr>
            <a:endParaRPr lang="en-IN" dirty="0"/>
          </a:p>
        </p:txBody>
      </p:sp>
      <p:pic>
        <p:nvPicPr>
          <p:cNvPr id="8" name="Picture 7">
            <a:extLst>
              <a:ext uri="{FF2B5EF4-FFF2-40B4-BE49-F238E27FC236}">
                <a16:creationId xmlns:a16="http://schemas.microsoft.com/office/drawing/2014/main" id="{D4D55881-B2DE-8381-D93F-64A194DB59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2670" y="1573160"/>
            <a:ext cx="3382299" cy="2841523"/>
          </a:xfrm>
          <a:prstGeom prst="rect">
            <a:avLst/>
          </a:prstGeom>
        </p:spPr>
      </p:pic>
    </p:spTree>
    <p:extLst>
      <p:ext uri="{BB962C8B-B14F-4D97-AF65-F5344CB8AC3E}">
        <p14:creationId xmlns:p14="http://schemas.microsoft.com/office/powerpoint/2010/main" val="3093858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6315A-1545-FFFA-8B5B-FB0A5B49DB05}"/>
              </a:ext>
            </a:extLst>
          </p:cNvPr>
          <p:cNvSpPr>
            <a:spLocks noGrp="1"/>
          </p:cNvSpPr>
          <p:nvPr>
            <p:ph type="title"/>
          </p:nvPr>
        </p:nvSpPr>
        <p:spPr>
          <a:xfrm>
            <a:off x="0" y="1"/>
            <a:ext cx="12191999" cy="698089"/>
          </a:xfrm>
          <a:solidFill>
            <a:schemeClr val="bg2"/>
          </a:solidFill>
        </p:spPr>
        <p:txBody>
          <a:bodyPr vert="horz" lIns="91440" tIns="45720" rIns="91440" bIns="45720" rtlCol="0" anchor="ctr">
            <a:normAutofit/>
          </a:bodyPr>
          <a:lstStyle/>
          <a:p>
            <a:pPr algn="l"/>
            <a:r>
              <a:rPr lang="en-US" sz="2000" b="1" cap="none" dirty="0">
                <a:solidFill>
                  <a:schemeClr val="bg2">
                    <a:lumMod val="50000"/>
                  </a:schemeClr>
                </a:solidFill>
              </a:rPr>
              <a:t>Display Members Who Have Paid More Than ₹5000 Along With Their Membership Plan?</a:t>
            </a:r>
            <a:endParaRPr lang="en-IN" sz="2000" b="1" cap="none" dirty="0">
              <a:solidFill>
                <a:schemeClr val="bg2">
                  <a:lumMod val="50000"/>
                </a:schemeClr>
              </a:solidFill>
            </a:endParaRPr>
          </a:p>
        </p:txBody>
      </p:sp>
      <p:pic>
        <p:nvPicPr>
          <p:cNvPr id="6" name="Content Placeholder 5">
            <a:extLst>
              <a:ext uri="{FF2B5EF4-FFF2-40B4-BE49-F238E27FC236}">
                <a16:creationId xmlns:a16="http://schemas.microsoft.com/office/drawing/2014/main" id="{8DC0BC20-8616-4364-62FB-2E7F8363F706}"/>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904568"/>
            <a:ext cx="4227871" cy="2819753"/>
          </a:xfrm>
          <a:prstGeom prst="rect">
            <a:avLst/>
          </a:prstGeom>
        </p:spPr>
      </p:pic>
      <p:sp>
        <p:nvSpPr>
          <p:cNvPr id="10" name="Content Placeholder 9">
            <a:extLst>
              <a:ext uri="{FF2B5EF4-FFF2-40B4-BE49-F238E27FC236}">
                <a16:creationId xmlns:a16="http://schemas.microsoft.com/office/drawing/2014/main" id="{7B6C0D21-E3A5-8761-7908-D0F2400CBC85}"/>
              </a:ext>
            </a:extLst>
          </p:cNvPr>
          <p:cNvSpPr>
            <a:spLocks noGrp="1"/>
          </p:cNvSpPr>
          <p:nvPr>
            <p:ph sz="quarter" idx="14"/>
          </p:nvPr>
        </p:nvSpPr>
        <p:spPr>
          <a:xfrm>
            <a:off x="8318090" y="1199536"/>
            <a:ext cx="3834580" cy="4886631"/>
          </a:xfrm>
        </p:spPr>
        <p:txBody>
          <a:bodyPr>
            <a:normAutofit/>
          </a:bodyPr>
          <a:lstStyle/>
          <a:p>
            <a:pPr marL="0" indent="0">
              <a:buNone/>
            </a:pPr>
            <a:r>
              <a:rPr lang="en-IN" b="1" cap="none" dirty="0">
                <a:solidFill>
                  <a:schemeClr val="bg2">
                    <a:lumMod val="50000"/>
                  </a:schemeClr>
                </a:solidFill>
              </a:rPr>
              <a:t>Syntax :</a:t>
            </a:r>
          </a:p>
          <a:p>
            <a:pPr marL="0" indent="0">
              <a:buNone/>
            </a:pPr>
            <a:r>
              <a:rPr lang="en-IN" sz="1600" cap="none" dirty="0">
                <a:solidFill>
                  <a:schemeClr val="bg2">
                    <a:lumMod val="50000"/>
                  </a:schemeClr>
                </a:solidFill>
              </a:rPr>
              <a:t>SELECT</a:t>
            </a:r>
          </a:p>
          <a:p>
            <a:pPr marL="0" indent="0">
              <a:buNone/>
            </a:pPr>
            <a:r>
              <a:rPr lang="en-IN" sz="1600" cap="none" dirty="0">
                <a:solidFill>
                  <a:schemeClr val="bg2">
                    <a:lumMod val="50000"/>
                  </a:schemeClr>
                </a:solidFill>
              </a:rPr>
              <a:t> </a:t>
            </a:r>
            <a:r>
              <a:rPr lang="en-IN" sz="1600" cap="none" dirty="0" err="1">
                <a:solidFill>
                  <a:schemeClr val="bg2">
                    <a:lumMod val="50000"/>
                  </a:schemeClr>
                </a:solidFill>
              </a:rPr>
              <a:t>m.first_name</a:t>
            </a:r>
            <a:r>
              <a:rPr lang="en-IN" sz="1600" cap="none" dirty="0">
                <a:solidFill>
                  <a:schemeClr val="bg2">
                    <a:lumMod val="50000"/>
                  </a:schemeClr>
                </a:solidFill>
              </a:rPr>
              <a:t>,     </a:t>
            </a:r>
          </a:p>
          <a:p>
            <a:pPr marL="0" indent="0">
              <a:buNone/>
            </a:pPr>
            <a:r>
              <a:rPr lang="en-IN" sz="1600" cap="none" dirty="0">
                <a:solidFill>
                  <a:schemeClr val="bg2">
                    <a:lumMod val="50000"/>
                  </a:schemeClr>
                </a:solidFill>
              </a:rPr>
              <a:t> </a:t>
            </a:r>
            <a:r>
              <a:rPr lang="en-IN" sz="1600" cap="none" dirty="0" err="1">
                <a:solidFill>
                  <a:schemeClr val="bg2">
                    <a:lumMod val="50000"/>
                  </a:schemeClr>
                </a:solidFill>
              </a:rPr>
              <a:t>mp.plan_name</a:t>
            </a:r>
            <a:r>
              <a:rPr lang="en-IN" sz="1600" cap="none" dirty="0">
                <a:solidFill>
                  <a:schemeClr val="bg2">
                    <a:lumMod val="50000"/>
                  </a:schemeClr>
                </a:solidFill>
              </a:rPr>
              <a:t>,       </a:t>
            </a:r>
          </a:p>
          <a:p>
            <a:pPr marL="0" indent="0">
              <a:buNone/>
            </a:pPr>
            <a:r>
              <a:rPr lang="en-IN" sz="1600" cap="none" dirty="0" err="1">
                <a:solidFill>
                  <a:schemeClr val="bg2">
                    <a:lumMod val="50000"/>
                  </a:schemeClr>
                </a:solidFill>
              </a:rPr>
              <a:t>p.Amount</a:t>
            </a:r>
            <a:endParaRPr lang="en-IN" sz="1600" cap="none" dirty="0">
              <a:solidFill>
                <a:schemeClr val="bg2">
                  <a:lumMod val="50000"/>
                </a:schemeClr>
              </a:solidFill>
            </a:endParaRPr>
          </a:p>
          <a:p>
            <a:pPr marL="0" indent="0">
              <a:buNone/>
            </a:pPr>
            <a:r>
              <a:rPr lang="en-IN" sz="1600" cap="none" dirty="0">
                <a:solidFill>
                  <a:schemeClr val="bg2">
                    <a:lumMod val="50000"/>
                  </a:schemeClr>
                </a:solidFill>
              </a:rPr>
              <a:t>FROM Members m</a:t>
            </a:r>
          </a:p>
          <a:p>
            <a:pPr marL="0" indent="0">
              <a:buNone/>
            </a:pPr>
            <a:r>
              <a:rPr lang="en-IN" sz="1600" cap="none" dirty="0">
                <a:solidFill>
                  <a:schemeClr val="bg2">
                    <a:lumMod val="50000"/>
                  </a:schemeClr>
                </a:solidFill>
              </a:rPr>
              <a:t>JOIN </a:t>
            </a:r>
            <a:r>
              <a:rPr lang="en-IN" sz="1600" cap="none" dirty="0" err="1">
                <a:solidFill>
                  <a:schemeClr val="bg2">
                    <a:lumMod val="50000"/>
                  </a:schemeClr>
                </a:solidFill>
              </a:rPr>
              <a:t>Membership_Plan</a:t>
            </a:r>
            <a:r>
              <a:rPr lang="en-IN" sz="1600" cap="none" dirty="0">
                <a:solidFill>
                  <a:schemeClr val="bg2">
                    <a:lumMod val="50000"/>
                  </a:schemeClr>
                </a:solidFill>
              </a:rPr>
              <a:t> </a:t>
            </a:r>
            <a:r>
              <a:rPr lang="en-IN" sz="1600" cap="none" dirty="0" err="1">
                <a:solidFill>
                  <a:schemeClr val="bg2">
                    <a:lumMod val="50000"/>
                  </a:schemeClr>
                </a:solidFill>
              </a:rPr>
              <a:t>mp</a:t>
            </a:r>
            <a:endParaRPr lang="en-IN" sz="1600" cap="none" dirty="0">
              <a:solidFill>
                <a:schemeClr val="bg2">
                  <a:lumMod val="50000"/>
                </a:schemeClr>
              </a:solidFill>
            </a:endParaRPr>
          </a:p>
          <a:p>
            <a:pPr marL="0" indent="0">
              <a:buNone/>
            </a:pPr>
            <a:r>
              <a:rPr lang="en-IN" sz="1600" cap="none" dirty="0">
                <a:solidFill>
                  <a:schemeClr val="bg2">
                    <a:lumMod val="50000"/>
                  </a:schemeClr>
                </a:solidFill>
              </a:rPr>
              <a:t>ON </a:t>
            </a:r>
            <a:r>
              <a:rPr lang="en-IN" sz="1600" cap="none" dirty="0" err="1">
                <a:solidFill>
                  <a:schemeClr val="bg2">
                    <a:lumMod val="50000"/>
                  </a:schemeClr>
                </a:solidFill>
              </a:rPr>
              <a:t>m.plan_id</a:t>
            </a:r>
            <a:r>
              <a:rPr lang="en-IN" sz="1600" cap="none" dirty="0">
                <a:solidFill>
                  <a:schemeClr val="bg2">
                    <a:lumMod val="50000"/>
                  </a:schemeClr>
                </a:solidFill>
              </a:rPr>
              <a:t> = </a:t>
            </a:r>
            <a:r>
              <a:rPr lang="en-IN" sz="1600" cap="none" dirty="0" err="1">
                <a:solidFill>
                  <a:schemeClr val="bg2">
                    <a:lumMod val="50000"/>
                  </a:schemeClr>
                </a:solidFill>
              </a:rPr>
              <a:t>mp.plan_id</a:t>
            </a:r>
            <a:endParaRPr lang="en-IN" sz="1600" cap="none" dirty="0">
              <a:solidFill>
                <a:schemeClr val="bg2">
                  <a:lumMod val="50000"/>
                </a:schemeClr>
              </a:solidFill>
            </a:endParaRPr>
          </a:p>
          <a:p>
            <a:pPr marL="0" indent="0">
              <a:buNone/>
            </a:pPr>
            <a:r>
              <a:rPr lang="en-IN" sz="1600" cap="none" dirty="0">
                <a:solidFill>
                  <a:schemeClr val="bg2">
                    <a:lumMod val="50000"/>
                  </a:schemeClr>
                </a:solidFill>
              </a:rPr>
              <a:t>JOIN Payments p</a:t>
            </a:r>
          </a:p>
          <a:p>
            <a:pPr marL="0" indent="0">
              <a:buNone/>
            </a:pPr>
            <a:r>
              <a:rPr lang="en-IN" sz="1600" cap="none" dirty="0">
                <a:solidFill>
                  <a:schemeClr val="bg2">
                    <a:lumMod val="50000"/>
                  </a:schemeClr>
                </a:solidFill>
              </a:rPr>
              <a:t>ON </a:t>
            </a:r>
            <a:r>
              <a:rPr lang="en-IN" sz="1600" cap="none" dirty="0" err="1">
                <a:solidFill>
                  <a:schemeClr val="bg2">
                    <a:lumMod val="50000"/>
                  </a:schemeClr>
                </a:solidFill>
              </a:rPr>
              <a:t>m.member_id</a:t>
            </a:r>
            <a:r>
              <a:rPr lang="en-IN" sz="1600" cap="none" dirty="0">
                <a:solidFill>
                  <a:schemeClr val="bg2">
                    <a:lumMod val="50000"/>
                  </a:schemeClr>
                </a:solidFill>
              </a:rPr>
              <a:t> = </a:t>
            </a:r>
            <a:r>
              <a:rPr lang="en-IN" sz="1600" cap="none" dirty="0" err="1">
                <a:solidFill>
                  <a:schemeClr val="bg2">
                    <a:lumMod val="50000"/>
                  </a:schemeClr>
                </a:solidFill>
              </a:rPr>
              <a:t>p.member_id</a:t>
            </a:r>
            <a:endParaRPr lang="en-IN" sz="1600" cap="none" dirty="0">
              <a:solidFill>
                <a:schemeClr val="bg2">
                  <a:lumMod val="50000"/>
                </a:schemeClr>
              </a:solidFill>
            </a:endParaRPr>
          </a:p>
          <a:p>
            <a:pPr marL="0" indent="0">
              <a:buNone/>
            </a:pPr>
            <a:r>
              <a:rPr lang="en-IN" sz="1600" cap="none" dirty="0">
                <a:solidFill>
                  <a:schemeClr val="bg2">
                    <a:lumMod val="50000"/>
                  </a:schemeClr>
                </a:solidFill>
              </a:rPr>
              <a:t>WHERE </a:t>
            </a:r>
            <a:r>
              <a:rPr lang="en-IN" sz="1600" cap="none" dirty="0" err="1">
                <a:solidFill>
                  <a:schemeClr val="bg2">
                    <a:lumMod val="50000"/>
                  </a:schemeClr>
                </a:solidFill>
              </a:rPr>
              <a:t>p.amount</a:t>
            </a:r>
            <a:r>
              <a:rPr lang="en-IN" sz="1600" cap="none" dirty="0">
                <a:solidFill>
                  <a:schemeClr val="bg2">
                    <a:lumMod val="50000"/>
                  </a:schemeClr>
                </a:solidFill>
              </a:rPr>
              <a:t> &gt; 5000;</a:t>
            </a:r>
          </a:p>
        </p:txBody>
      </p:sp>
      <p:pic>
        <p:nvPicPr>
          <p:cNvPr id="12" name="Picture 11">
            <a:extLst>
              <a:ext uri="{FF2B5EF4-FFF2-40B4-BE49-F238E27FC236}">
                <a16:creationId xmlns:a16="http://schemas.microsoft.com/office/drawing/2014/main" id="{92BAAD94-A488-1D5C-1A28-1DFA0F4E75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4635" y="1646259"/>
            <a:ext cx="3562729" cy="3375920"/>
          </a:xfrm>
          <a:prstGeom prst="rect">
            <a:avLst/>
          </a:prstGeom>
        </p:spPr>
      </p:pic>
    </p:spTree>
    <p:extLst>
      <p:ext uri="{BB962C8B-B14F-4D97-AF65-F5344CB8AC3E}">
        <p14:creationId xmlns:p14="http://schemas.microsoft.com/office/powerpoint/2010/main" val="1785126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136F4-F46A-6B42-7FE9-2EDFB1EC8167}"/>
              </a:ext>
            </a:extLst>
          </p:cNvPr>
          <p:cNvSpPr>
            <a:spLocks noGrp="1"/>
          </p:cNvSpPr>
          <p:nvPr>
            <p:ph type="title"/>
          </p:nvPr>
        </p:nvSpPr>
        <p:spPr/>
        <p:txBody>
          <a:bodyPr/>
          <a:lstStyle/>
          <a:p>
            <a:r>
              <a:rPr lang="en-US" dirty="0"/>
              <a:t>..</a:t>
            </a:r>
            <a:br>
              <a:rPr lang="en-US" dirty="0"/>
            </a:br>
            <a:endParaRPr lang="en-IN" dirty="0"/>
          </a:p>
        </p:txBody>
      </p:sp>
      <p:sp>
        <p:nvSpPr>
          <p:cNvPr id="3" name="Content Placeholder 2">
            <a:extLst>
              <a:ext uri="{FF2B5EF4-FFF2-40B4-BE49-F238E27FC236}">
                <a16:creationId xmlns:a16="http://schemas.microsoft.com/office/drawing/2014/main" id="{05F49041-C7D8-DC29-9E11-66B363BA0AED}"/>
              </a:ext>
            </a:extLst>
          </p:cNvPr>
          <p:cNvSpPr>
            <a:spLocks noGrp="1"/>
          </p:cNvSpPr>
          <p:nvPr>
            <p:ph sz="quarter" idx="13"/>
          </p:nvPr>
        </p:nvSpPr>
        <p:spPr>
          <a:xfrm>
            <a:off x="223963" y="1106905"/>
            <a:ext cx="5106026" cy="4331368"/>
          </a:xfrm>
        </p:spPr>
        <p:txBody>
          <a:bodyPr anchor="ctr">
            <a:normAutofit/>
          </a:bodyPr>
          <a:lstStyle/>
          <a:p>
            <a:pPr marL="0" indent="0" algn="ctr">
              <a:buNone/>
            </a:pPr>
            <a:r>
              <a:rPr lang="en-US" sz="4000" dirty="0">
                <a:latin typeface="Bodoni MT" panose="02070603080606020203" pitchFamily="18" charset="0"/>
              </a:rPr>
              <a:t>view</a:t>
            </a:r>
            <a:endParaRPr lang="en-IN" sz="4000" dirty="0">
              <a:latin typeface="Bodoni MT" panose="02070603080606020203" pitchFamily="18" charset="0"/>
            </a:endParaRPr>
          </a:p>
        </p:txBody>
      </p:sp>
      <p:pic>
        <p:nvPicPr>
          <p:cNvPr id="6" name="Content Placeholder 5">
            <a:extLst>
              <a:ext uri="{FF2B5EF4-FFF2-40B4-BE49-F238E27FC236}">
                <a16:creationId xmlns:a16="http://schemas.microsoft.com/office/drawing/2014/main" id="{882CB86F-AEF0-F879-B6BB-C532332005D5}"/>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608264" y="-57042"/>
            <a:ext cx="6583736" cy="6915042"/>
          </a:xfrm>
          <a:prstGeom prst="rect">
            <a:avLst/>
          </a:prstGeom>
        </p:spPr>
      </p:pic>
    </p:spTree>
    <p:extLst>
      <p:ext uri="{BB962C8B-B14F-4D97-AF65-F5344CB8AC3E}">
        <p14:creationId xmlns:p14="http://schemas.microsoft.com/office/powerpoint/2010/main" val="2746699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669F-1899-2FAF-CCAF-F03AA6973D38}"/>
              </a:ext>
            </a:extLst>
          </p:cNvPr>
          <p:cNvSpPr>
            <a:spLocks noGrp="1"/>
          </p:cNvSpPr>
          <p:nvPr>
            <p:ph type="title"/>
          </p:nvPr>
        </p:nvSpPr>
        <p:spPr>
          <a:xfrm>
            <a:off x="0" y="1"/>
            <a:ext cx="12191999" cy="707922"/>
          </a:xfrm>
          <a:solidFill>
            <a:schemeClr val="bg2"/>
          </a:solidFill>
        </p:spPr>
        <p:txBody>
          <a:bodyPr vert="horz" lIns="91440" tIns="45720" rIns="91440" bIns="45720" rtlCol="0" anchor="ctr">
            <a:normAutofit/>
          </a:bodyPr>
          <a:lstStyle/>
          <a:p>
            <a:pPr algn="l"/>
            <a:r>
              <a:rPr lang="en-IN" sz="2000" b="1" cap="none" dirty="0">
                <a:solidFill>
                  <a:schemeClr val="bg2">
                    <a:lumMod val="50000"/>
                  </a:schemeClr>
                </a:solidFill>
              </a:rPr>
              <a:t>Display Member Names Along With Their Payment Details ?</a:t>
            </a:r>
          </a:p>
        </p:txBody>
      </p:sp>
      <p:pic>
        <p:nvPicPr>
          <p:cNvPr id="6" name="Content Placeholder 5">
            <a:extLst>
              <a:ext uri="{FF2B5EF4-FFF2-40B4-BE49-F238E27FC236}">
                <a16:creationId xmlns:a16="http://schemas.microsoft.com/office/drawing/2014/main" id="{CAF95CC1-263E-1440-7761-EA028D6541E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0" y="707923"/>
            <a:ext cx="4483510" cy="4947334"/>
          </a:xfrm>
          <a:prstGeom prst="rect">
            <a:avLst/>
          </a:prstGeom>
        </p:spPr>
      </p:pic>
      <p:sp>
        <p:nvSpPr>
          <p:cNvPr id="4" name="Content Placeholder 3">
            <a:extLst>
              <a:ext uri="{FF2B5EF4-FFF2-40B4-BE49-F238E27FC236}">
                <a16:creationId xmlns:a16="http://schemas.microsoft.com/office/drawing/2014/main" id="{63BD43AB-8FCA-F19B-0C0A-497A8D3A4EEC}"/>
              </a:ext>
            </a:extLst>
          </p:cNvPr>
          <p:cNvSpPr>
            <a:spLocks noGrp="1"/>
          </p:cNvSpPr>
          <p:nvPr>
            <p:ph sz="quarter" idx="14"/>
          </p:nvPr>
        </p:nvSpPr>
        <p:spPr>
          <a:xfrm>
            <a:off x="8426245" y="1052052"/>
            <a:ext cx="3765755" cy="4748980"/>
          </a:xfrm>
        </p:spPr>
        <p:txBody>
          <a:bodyPr>
            <a:normAutofit fontScale="92500" lnSpcReduction="10000"/>
          </a:bodyPr>
          <a:lstStyle/>
          <a:p>
            <a:pPr marL="0" indent="0">
              <a:buNone/>
            </a:pPr>
            <a:r>
              <a:rPr lang="en-IN" sz="1700" b="1" dirty="0">
                <a:solidFill>
                  <a:schemeClr val="bg2">
                    <a:lumMod val="50000"/>
                  </a:schemeClr>
                </a:solidFill>
              </a:rPr>
              <a:t>Syntax :</a:t>
            </a:r>
          </a:p>
          <a:p>
            <a:pPr marL="0" indent="0">
              <a:buNone/>
            </a:pPr>
            <a:r>
              <a:rPr lang="en-US" sz="1600" cap="none" dirty="0">
                <a:solidFill>
                  <a:schemeClr val="bg2">
                    <a:lumMod val="50000"/>
                  </a:schemeClr>
                </a:solidFill>
              </a:rPr>
              <a:t>CREATE VIEW </a:t>
            </a:r>
            <a:r>
              <a:rPr lang="en-US" sz="1600" cap="none" dirty="0" err="1">
                <a:solidFill>
                  <a:schemeClr val="bg2">
                    <a:lumMod val="50000"/>
                  </a:schemeClr>
                </a:solidFill>
              </a:rPr>
              <a:t>Member_payment_view</a:t>
            </a:r>
            <a:r>
              <a:rPr lang="en-US" sz="1600" cap="none" dirty="0">
                <a:solidFill>
                  <a:schemeClr val="bg2">
                    <a:lumMod val="50000"/>
                  </a:schemeClr>
                </a:solidFill>
              </a:rPr>
              <a:t> AS</a:t>
            </a:r>
          </a:p>
          <a:p>
            <a:pPr marL="0" indent="0">
              <a:buNone/>
            </a:pPr>
            <a:r>
              <a:rPr lang="en-US" sz="1600" cap="none" dirty="0">
                <a:solidFill>
                  <a:schemeClr val="bg2">
                    <a:lumMod val="50000"/>
                  </a:schemeClr>
                </a:solidFill>
              </a:rPr>
              <a:t>Select </a:t>
            </a:r>
          </a:p>
          <a:p>
            <a:pPr marL="0" indent="0">
              <a:buNone/>
            </a:pPr>
            <a:r>
              <a:rPr lang="en-US" sz="1600" cap="none" dirty="0" err="1">
                <a:solidFill>
                  <a:schemeClr val="bg2">
                    <a:lumMod val="50000"/>
                  </a:schemeClr>
                </a:solidFill>
              </a:rPr>
              <a:t>M.First_name</a:t>
            </a:r>
            <a:r>
              <a:rPr lang="en-US" sz="1600" cap="none" dirty="0">
                <a:solidFill>
                  <a:schemeClr val="bg2">
                    <a:lumMod val="50000"/>
                  </a:schemeClr>
                </a:solidFill>
              </a:rPr>
              <a:t>,      </a:t>
            </a:r>
          </a:p>
          <a:p>
            <a:pPr marL="0" indent="0">
              <a:buNone/>
            </a:pPr>
            <a:r>
              <a:rPr lang="en-US" sz="1600" cap="none" dirty="0">
                <a:solidFill>
                  <a:schemeClr val="bg2">
                    <a:lumMod val="50000"/>
                  </a:schemeClr>
                </a:solidFill>
              </a:rPr>
              <a:t> </a:t>
            </a:r>
            <a:r>
              <a:rPr lang="en-US" sz="1600" cap="none" dirty="0" err="1">
                <a:solidFill>
                  <a:schemeClr val="bg2">
                    <a:lumMod val="50000"/>
                  </a:schemeClr>
                </a:solidFill>
              </a:rPr>
              <a:t>M.Last_name</a:t>
            </a:r>
            <a:r>
              <a:rPr lang="en-US" sz="1600" cap="none" dirty="0">
                <a:solidFill>
                  <a:schemeClr val="bg2">
                    <a:lumMod val="50000"/>
                  </a:schemeClr>
                </a:solidFill>
              </a:rPr>
              <a:t>,      </a:t>
            </a:r>
          </a:p>
          <a:p>
            <a:pPr marL="0" indent="0">
              <a:buNone/>
            </a:pPr>
            <a:r>
              <a:rPr lang="en-US" sz="1600" cap="none" dirty="0">
                <a:solidFill>
                  <a:schemeClr val="bg2">
                    <a:lumMod val="50000"/>
                  </a:schemeClr>
                </a:solidFill>
              </a:rPr>
              <a:t> </a:t>
            </a:r>
            <a:r>
              <a:rPr lang="en-US" sz="1600" cap="none" dirty="0" err="1">
                <a:solidFill>
                  <a:schemeClr val="bg2">
                    <a:lumMod val="50000"/>
                  </a:schemeClr>
                </a:solidFill>
              </a:rPr>
              <a:t>P.Payment_date</a:t>
            </a:r>
            <a:r>
              <a:rPr lang="en-US" sz="1600" cap="none" dirty="0">
                <a:solidFill>
                  <a:schemeClr val="bg2">
                    <a:lumMod val="50000"/>
                  </a:schemeClr>
                </a:solidFill>
              </a:rPr>
              <a:t>,       </a:t>
            </a:r>
          </a:p>
          <a:p>
            <a:pPr marL="0" indent="0">
              <a:buNone/>
            </a:pPr>
            <a:r>
              <a:rPr lang="en-US" sz="1600" cap="none" dirty="0" err="1">
                <a:solidFill>
                  <a:schemeClr val="bg2">
                    <a:lumMod val="50000"/>
                  </a:schemeClr>
                </a:solidFill>
              </a:rPr>
              <a:t>P.Amount</a:t>
            </a:r>
            <a:r>
              <a:rPr lang="en-US" sz="1600" cap="none" dirty="0">
                <a:solidFill>
                  <a:schemeClr val="bg2">
                    <a:lumMod val="50000"/>
                  </a:schemeClr>
                </a:solidFill>
              </a:rPr>
              <a:t>,       </a:t>
            </a:r>
          </a:p>
          <a:p>
            <a:pPr marL="0" indent="0">
              <a:buNone/>
            </a:pPr>
            <a:r>
              <a:rPr lang="en-US" sz="1600" cap="none" dirty="0" err="1">
                <a:solidFill>
                  <a:schemeClr val="bg2">
                    <a:lumMod val="50000"/>
                  </a:schemeClr>
                </a:solidFill>
              </a:rPr>
              <a:t>P.Payment_method</a:t>
            </a:r>
            <a:endParaRPr lang="en-US" sz="1600" cap="none" dirty="0">
              <a:solidFill>
                <a:schemeClr val="bg2">
                  <a:lumMod val="50000"/>
                </a:schemeClr>
              </a:solidFill>
            </a:endParaRPr>
          </a:p>
          <a:p>
            <a:pPr marL="0" indent="0">
              <a:buNone/>
            </a:pPr>
            <a:r>
              <a:rPr lang="en-US" sz="1600" cap="none" dirty="0">
                <a:solidFill>
                  <a:schemeClr val="bg2">
                    <a:lumMod val="50000"/>
                  </a:schemeClr>
                </a:solidFill>
              </a:rPr>
              <a:t>FROM Members M </a:t>
            </a:r>
          </a:p>
          <a:p>
            <a:pPr marL="0" indent="0">
              <a:buNone/>
            </a:pPr>
            <a:r>
              <a:rPr lang="en-US" sz="1600" cap="none" dirty="0">
                <a:solidFill>
                  <a:schemeClr val="bg2">
                    <a:lumMod val="50000"/>
                  </a:schemeClr>
                </a:solidFill>
              </a:rPr>
              <a:t>JOIN Payments P</a:t>
            </a:r>
          </a:p>
          <a:p>
            <a:pPr marL="0" indent="0">
              <a:buNone/>
            </a:pPr>
            <a:r>
              <a:rPr lang="en-US" sz="1600" cap="none" dirty="0">
                <a:solidFill>
                  <a:schemeClr val="bg2">
                    <a:lumMod val="50000"/>
                  </a:schemeClr>
                </a:solidFill>
              </a:rPr>
              <a:t>ON </a:t>
            </a:r>
            <a:r>
              <a:rPr lang="en-US" sz="1600" cap="none" dirty="0" err="1">
                <a:solidFill>
                  <a:schemeClr val="bg2">
                    <a:lumMod val="50000"/>
                  </a:schemeClr>
                </a:solidFill>
              </a:rPr>
              <a:t>M.Member_id</a:t>
            </a:r>
            <a:r>
              <a:rPr lang="en-US" sz="1600" cap="none" dirty="0">
                <a:solidFill>
                  <a:schemeClr val="bg2">
                    <a:lumMod val="50000"/>
                  </a:schemeClr>
                </a:solidFill>
              </a:rPr>
              <a:t> = </a:t>
            </a:r>
            <a:r>
              <a:rPr lang="en-US" sz="1600" cap="none" dirty="0" err="1">
                <a:solidFill>
                  <a:schemeClr val="bg2">
                    <a:lumMod val="50000"/>
                  </a:schemeClr>
                </a:solidFill>
              </a:rPr>
              <a:t>P.Member_id</a:t>
            </a:r>
            <a:r>
              <a:rPr lang="en-US" sz="1600" cap="none" dirty="0">
                <a:solidFill>
                  <a:schemeClr val="bg2">
                    <a:lumMod val="50000"/>
                  </a:schemeClr>
                </a:solidFill>
              </a:rPr>
              <a:t>;</a:t>
            </a:r>
          </a:p>
          <a:p>
            <a:pPr marL="0" indent="0">
              <a:buNone/>
            </a:pPr>
            <a:r>
              <a:rPr lang="en-US" sz="1600" b="1" cap="none" dirty="0">
                <a:solidFill>
                  <a:schemeClr val="bg2">
                    <a:lumMod val="50000"/>
                  </a:schemeClr>
                </a:solidFill>
              </a:rPr>
              <a:t>Select * From </a:t>
            </a:r>
            <a:r>
              <a:rPr lang="en-US" sz="1600" b="1" cap="none" dirty="0" err="1">
                <a:solidFill>
                  <a:schemeClr val="bg2">
                    <a:lumMod val="50000"/>
                  </a:schemeClr>
                </a:solidFill>
              </a:rPr>
              <a:t>Member_payment_view</a:t>
            </a:r>
            <a:r>
              <a:rPr lang="en-US" sz="1600" b="1" cap="none" dirty="0"/>
              <a:t>;</a:t>
            </a:r>
            <a:endParaRPr lang="en-IN" sz="1600" b="1" cap="none" dirty="0"/>
          </a:p>
        </p:txBody>
      </p:sp>
      <p:pic>
        <p:nvPicPr>
          <p:cNvPr id="8" name="Picture 7">
            <a:extLst>
              <a:ext uri="{FF2B5EF4-FFF2-40B4-BE49-F238E27FC236}">
                <a16:creationId xmlns:a16="http://schemas.microsoft.com/office/drawing/2014/main" id="{0BDCC3D8-B336-D837-FF48-0FFAFA6C1E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3122" y="1622323"/>
            <a:ext cx="3874632" cy="2742047"/>
          </a:xfrm>
          <a:prstGeom prst="rect">
            <a:avLst/>
          </a:prstGeom>
        </p:spPr>
      </p:pic>
      <p:pic>
        <p:nvPicPr>
          <p:cNvPr id="10" name="Picture 9">
            <a:extLst>
              <a:ext uri="{FF2B5EF4-FFF2-40B4-BE49-F238E27FC236}">
                <a16:creationId xmlns:a16="http://schemas.microsoft.com/office/drawing/2014/main" id="{46AEDD07-4BA7-D90E-5BDF-95FDFAC5E1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815719"/>
            <a:ext cx="6342066" cy="484981"/>
          </a:xfrm>
          <a:prstGeom prst="rect">
            <a:avLst/>
          </a:prstGeom>
        </p:spPr>
      </p:pic>
    </p:spTree>
    <p:extLst>
      <p:ext uri="{BB962C8B-B14F-4D97-AF65-F5344CB8AC3E}">
        <p14:creationId xmlns:p14="http://schemas.microsoft.com/office/powerpoint/2010/main" val="3749326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F808A-3740-EBA4-B96B-42544485AD0B}"/>
              </a:ext>
            </a:extLst>
          </p:cNvPr>
          <p:cNvSpPr>
            <a:spLocks noGrp="1"/>
          </p:cNvSpPr>
          <p:nvPr>
            <p:ph type="title"/>
          </p:nvPr>
        </p:nvSpPr>
        <p:spPr>
          <a:xfrm>
            <a:off x="0" y="0"/>
            <a:ext cx="12191999" cy="678425"/>
          </a:xfrm>
          <a:solidFill>
            <a:schemeClr val="bg2"/>
          </a:solidFill>
        </p:spPr>
        <p:txBody>
          <a:bodyPr vert="horz" lIns="72000" tIns="252000" rIns="91440" bIns="45720" rtlCol="0" anchor="ctr">
            <a:normAutofit fontScale="90000"/>
          </a:bodyPr>
          <a:lstStyle/>
          <a:p>
            <a:pPr algn="l"/>
            <a:r>
              <a:rPr lang="en-IN" sz="2200" b="1" cap="none" dirty="0">
                <a:solidFill>
                  <a:schemeClr val="bg2">
                    <a:lumMod val="50000"/>
                  </a:schemeClr>
                </a:solidFill>
              </a:rPr>
              <a:t>Display Members Who Made Payments Using UPI ?</a:t>
            </a:r>
            <a:br>
              <a:rPr lang="en-IN" sz="2000" dirty="0"/>
            </a:br>
            <a:endParaRPr lang="en-IN" sz="2000" b="1" cap="none" dirty="0">
              <a:solidFill>
                <a:schemeClr val="bg2">
                  <a:lumMod val="50000"/>
                </a:schemeClr>
              </a:solidFill>
            </a:endParaRPr>
          </a:p>
        </p:txBody>
      </p:sp>
      <p:pic>
        <p:nvPicPr>
          <p:cNvPr id="6" name="Content Placeholder 5">
            <a:extLst>
              <a:ext uri="{FF2B5EF4-FFF2-40B4-BE49-F238E27FC236}">
                <a16:creationId xmlns:a16="http://schemas.microsoft.com/office/drawing/2014/main" id="{A8ADA267-F248-B79E-F1AD-DF9AA007E07D}"/>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12832" y="1643970"/>
            <a:ext cx="4878886" cy="2031663"/>
          </a:xfrm>
          <a:prstGeom prst="rect">
            <a:avLst/>
          </a:prstGeom>
        </p:spPr>
      </p:pic>
      <p:sp>
        <p:nvSpPr>
          <p:cNvPr id="4" name="Content Placeholder 3">
            <a:extLst>
              <a:ext uri="{FF2B5EF4-FFF2-40B4-BE49-F238E27FC236}">
                <a16:creationId xmlns:a16="http://schemas.microsoft.com/office/drawing/2014/main" id="{23E14006-EA3A-2E0D-6034-6A73D898B276}"/>
              </a:ext>
            </a:extLst>
          </p:cNvPr>
          <p:cNvSpPr>
            <a:spLocks noGrp="1"/>
          </p:cNvSpPr>
          <p:nvPr>
            <p:ph sz="quarter" idx="14"/>
          </p:nvPr>
        </p:nvSpPr>
        <p:spPr>
          <a:xfrm>
            <a:off x="8278762" y="1153482"/>
            <a:ext cx="3775586" cy="4650657"/>
          </a:xfrm>
        </p:spPr>
        <p:txBody>
          <a:bodyPr>
            <a:noAutofit/>
          </a:bodyPr>
          <a:lstStyle/>
          <a:p>
            <a:pPr marL="0" indent="0">
              <a:buNone/>
            </a:pPr>
            <a:r>
              <a:rPr lang="en-IN" sz="1600" b="1" cap="none" dirty="0">
                <a:solidFill>
                  <a:schemeClr val="bg2">
                    <a:lumMod val="50000"/>
                  </a:schemeClr>
                </a:solidFill>
              </a:rPr>
              <a:t>Syntax</a:t>
            </a:r>
            <a:r>
              <a:rPr lang="en-IN" sz="1600" cap="none" dirty="0">
                <a:solidFill>
                  <a:schemeClr val="bg2">
                    <a:lumMod val="50000"/>
                  </a:schemeClr>
                </a:solidFill>
              </a:rPr>
              <a:t> : </a:t>
            </a:r>
          </a:p>
          <a:p>
            <a:pPr marL="0" indent="0">
              <a:buNone/>
            </a:pPr>
            <a:r>
              <a:rPr lang="en-IN" sz="1600" cap="none" dirty="0">
                <a:solidFill>
                  <a:schemeClr val="bg2">
                    <a:lumMod val="50000"/>
                  </a:schemeClr>
                </a:solidFill>
              </a:rPr>
              <a:t>CREATE VIEW </a:t>
            </a:r>
            <a:r>
              <a:rPr lang="en-IN" sz="1600" cap="none" dirty="0" err="1">
                <a:solidFill>
                  <a:schemeClr val="bg2">
                    <a:lumMod val="50000"/>
                  </a:schemeClr>
                </a:solidFill>
              </a:rPr>
              <a:t>Upi_payments</a:t>
            </a:r>
            <a:r>
              <a:rPr lang="en-IN" sz="1600" cap="none" dirty="0">
                <a:solidFill>
                  <a:schemeClr val="bg2">
                    <a:lumMod val="50000"/>
                  </a:schemeClr>
                </a:solidFill>
              </a:rPr>
              <a:t> AS</a:t>
            </a:r>
          </a:p>
          <a:p>
            <a:pPr marL="0" indent="0">
              <a:buNone/>
            </a:pPr>
            <a:r>
              <a:rPr lang="en-IN" sz="1600" cap="none" dirty="0">
                <a:solidFill>
                  <a:schemeClr val="bg2">
                    <a:lumMod val="50000"/>
                  </a:schemeClr>
                </a:solidFill>
              </a:rPr>
              <a:t>Select </a:t>
            </a:r>
          </a:p>
          <a:p>
            <a:pPr marL="0" indent="0">
              <a:buNone/>
            </a:pPr>
            <a:r>
              <a:rPr lang="en-IN" sz="1600" cap="none" dirty="0" err="1">
                <a:solidFill>
                  <a:schemeClr val="bg2">
                    <a:lumMod val="50000"/>
                  </a:schemeClr>
                </a:solidFill>
              </a:rPr>
              <a:t>M.First_name</a:t>
            </a:r>
            <a:r>
              <a:rPr lang="en-IN" sz="1600" cap="none" dirty="0">
                <a:solidFill>
                  <a:schemeClr val="bg2">
                    <a:lumMod val="50000"/>
                  </a:schemeClr>
                </a:solidFill>
              </a:rPr>
              <a:t>,       </a:t>
            </a:r>
          </a:p>
          <a:p>
            <a:pPr marL="0" indent="0">
              <a:buNone/>
            </a:pPr>
            <a:r>
              <a:rPr lang="en-IN" sz="1600" cap="none" dirty="0" err="1">
                <a:solidFill>
                  <a:schemeClr val="bg2">
                    <a:lumMod val="50000"/>
                  </a:schemeClr>
                </a:solidFill>
              </a:rPr>
              <a:t>M.Last_name</a:t>
            </a:r>
            <a:r>
              <a:rPr lang="en-IN" sz="1600" cap="none" dirty="0">
                <a:solidFill>
                  <a:schemeClr val="bg2">
                    <a:lumMod val="50000"/>
                  </a:schemeClr>
                </a:solidFill>
              </a:rPr>
              <a:t>,       </a:t>
            </a:r>
          </a:p>
          <a:p>
            <a:pPr marL="0" indent="0">
              <a:buNone/>
            </a:pPr>
            <a:r>
              <a:rPr lang="en-IN" sz="1600" cap="none" dirty="0" err="1">
                <a:solidFill>
                  <a:schemeClr val="bg2">
                    <a:lumMod val="50000"/>
                  </a:schemeClr>
                </a:solidFill>
              </a:rPr>
              <a:t>P.Amount</a:t>
            </a:r>
            <a:r>
              <a:rPr lang="en-IN" sz="1600" cap="none" dirty="0">
                <a:solidFill>
                  <a:schemeClr val="bg2">
                    <a:lumMod val="50000"/>
                  </a:schemeClr>
                </a:solidFill>
              </a:rPr>
              <a:t>,</a:t>
            </a:r>
          </a:p>
          <a:p>
            <a:pPr marL="0" indent="0">
              <a:buNone/>
            </a:pPr>
            <a:r>
              <a:rPr lang="en-IN" sz="1600" cap="none" dirty="0" err="1">
                <a:solidFill>
                  <a:schemeClr val="bg2">
                    <a:lumMod val="50000"/>
                  </a:schemeClr>
                </a:solidFill>
              </a:rPr>
              <a:t>P.Payment_method</a:t>
            </a:r>
            <a:endParaRPr lang="en-IN" sz="1600" cap="none" dirty="0">
              <a:solidFill>
                <a:schemeClr val="bg2">
                  <a:lumMod val="50000"/>
                </a:schemeClr>
              </a:solidFill>
            </a:endParaRPr>
          </a:p>
          <a:p>
            <a:pPr marL="0" indent="0">
              <a:buNone/>
            </a:pPr>
            <a:r>
              <a:rPr lang="en-IN" sz="1600" cap="none" dirty="0">
                <a:solidFill>
                  <a:schemeClr val="bg2">
                    <a:lumMod val="50000"/>
                  </a:schemeClr>
                </a:solidFill>
              </a:rPr>
              <a:t>FROM Members M</a:t>
            </a:r>
          </a:p>
          <a:p>
            <a:pPr marL="0" indent="0">
              <a:buNone/>
            </a:pPr>
            <a:r>
              <a:rPr lang="en-IN" sz="1600" cap="none" dirty="0">
                <a:solidFill>
                  <a:schemeClr val="bg2">
                    <a:lumMod val="50000"/>
                  </a:schemeClr>
                </a:solidFill>
              </a:rPr>
              <a:t>JOIN Payments P</a:t>
            </a:r>
          </a:p>
          <a:p>
            <a:pPr marL="0" indent="0">
              <a:buNone/>
            </a:pPr>
            <a:r>
              <a:rPr lang="en-IN" sz="1600" cap="none" dirty="0">
                <a:solidFill>
                  <a:schemeClr val="bg2">
                    <a:lumMod val="50000"/>
                  </a:schemeClr>
                </a:solidFill>
              </a:rPr>
              <a:t>ON </a:t>
            </a:r>
            <a:r>
              <a:rPr lang="en-IN" sz="1600" cap="none" dirty="0" err="1">
                <a:solidFill>
                  <a:schemeClr val="bg2">
                    <a:lumMod val="50000"/>
                  </a:schemeClr>
                </a:solidFill>
              </a:rPr>
              <a:t>M.Member_id</a:t>
            </a:r>
            <a:r>
              <a:rPr lang="en-IN" sz="1600" cap="none" dirty="0">
                <a:solidFill>
                  <a:schemeClr val="bg2">
                    <a:lumMod val="50000"/>
                  </a:schemeClr>
                </a:solidFill>
              </a:rPr>
              <a:t> = </a:t>
            </a:r>
            <a:r>
              <a:rPr lang="en-IN" sz="1600" cap="none" dirty="0" err="1">
                <a:solidFill>
                  <a:schemeClr val="bg2">
                    <a:lumMod val="50000"/>
                  </a:schemeClr>
                </a:solidFill>
              </a:rPr>
              <a:t>P.Member_id</a:t>
            </a:r>
            <a:endParaRPr lang="en-IN" sz="1600" cap="none" dirty="0">
              <a:solidFill>
                <a:schemeClr val="bg2">
                  <a:lumMod val="50000"/>
                </a:schemeClr>
              </a:solidFill>
            </a:endParaRPr>
          </a:p>
          <a:p>
            <a:pPr marL="0" indent="0">
              <a:buNone/>
            </a:pPr>
            <a:r>
              <a:rPr lang="en-IN" sz="1600" cap="none" dirty="0">
                <a:solidFill>
                  <a:schemeClr val="bg2">
                    <a:lumMod val="50000"/>
                  </a:schemeClr>
                </a:solidFill>
              </a:rPr>
              <a:t>WHERE </a:t>
            </a:r>
            <a:r>
              <a:rPr lang="en-IN" sz="1600" cap="none" dirty="0" err="1">
                <a:solidFill>
                  <a:schemeClr val="bg2">
                    <a:lumMod val="50000"/>
                  </a:schemeClr>
                </a:solidFill>
              </a:rPr>
              <a:t>P.Payment_method</a:t>
            </a:r>
            <a:r>
              <a:rPr lang="en-IN" sz="1600" cap="none" dirty="0">
                <a:solidFill>
                  <a:schemeClr val="bg2">
                    <a:lumMod val="50000"/>
                  </a:schemeClr>
                </a:solidFill>
              </a:rPr>
              <a:t>='</a:t>
            </a:r>
            <a:r>
              <a:rPr lang="en-IN" sz="1600" cap="none" dirty="0" err="1">
                <a:solidFill>
                  <a:schemeClr val="bg2">
                    <a:lumMod val="50000"/>
                  </a:schemeClr>
                </a:solidFill>
              </a:rPr>
              <a:t>upi</a:t>
            </a:r>
            <a:r>
              <a:rPr lang="en-IN" sz="1600" cap="none" dirty="0">
                <a:solidFill>
                  <a:schemeClr val="bg2">
                    <a:lumMod val="50000"/>
                  </a:schemeClr>
                </a:solidFill>
              </a:rPr>
              <a:t>’;</a:t>
            </a:r>
          </a:p>
          <a:p>
            <a:pPr marL="0" indent="0">
              <a:buNone/>
            </a:pPr>
            <a:r>
              <a:rPr lang="en-IN" sz="1600" b="1" cap="none" dirty="0">
                <a:solidFill>
                  <a:schemeClr val="bg2">
                    <a:lumMod val="50000"/>
                  </a:schemeClr>
                </a:solidFill>
              </a:rPr>
              <a:t>Select</a:t>
            </a:r>
            <a:r>
              <a:rPr lang="en-IN" sz="1600" cap="none" dirty="0">
                <a:solidFill>
                  <a:schemeClr val="bg2">
                    <a:lumMod val="50000"/>
                  </a:schemeClr>
                </a:solidFill>
              </a:rPr>
              <a:t> </a:t>
            </a:r>
            <a:r>
              <a:rPr lang="en-IN" sz="1600" b="1" cap="none" dirty="0">
                <a:solidFill>
                  <a:schemeClr val="bg2">
                    <a:lumMod val="50000"/>
                  </a:schemeClr>
                </a:solidFill>
              </a:rPr>
              <a:t>*</a:t>
            </a:r>
            <a:r>
              <a:rPr lang="en-IN" sz="1600" cap="none" dirty="0">
                <a:solidFill>
                  <a:schemeClr val="bg2">
                    <a:lumMod val="50000"/>
                  </a:schemeClr>
                </a:solidFill>
              </a:rPr>
              <a:t> </a:t>
            </a:r>
            <a:r>
              <a:rPr lang="en-IN" sz="1600" b="1" cap="none" dirty="0">
                <a:solidFill>
                  <a:schemeClr val="bg2">
                    <a:lumMod val="50000"/>
                  </a:schemeClr>
                </a:solidFill>
              </a:rPr>
              <a:t>From</a:t>
            </a:r>
            <a:r>
              <a:rPr lang="en-IN" sz="1600" cap="none" dirty="0">
                <a:solidFill>
                  <a:schemeClr val="bg2">
                    <a:lumMod val="50000"/>
                  </a:schemeClr>
                </a:solidFill>
              </a:rPr>
              <a:t> </a:t>
            </a:r>
            <a:r>
              <a:rPr lang="en-IN" sz="1600" b="1" cap="none" dirty="0" err="1">
                <a:solidFill>
                  <a:schemeClr val="bg2">
                    <a:lumMod val="50000"/>
                  </a:schemeClr>
                </a:solidFill>
              </a:rPr>
              <a:t>Upi</a:t>
            </a:r>
            <a:r>
              <a:rPr lang="en-IN" sz="1600" cap="none" dirty="0" err="1">
                <a:solidFill>
                  <a:schemeClr val="bg2">
                    <a:lumMod val="50000"/>
                  </a:schemeClr>
                </a:solidFill>
              </a:rPr>
              <a:t>_</a:t>
            </a:r>
            <a:r>
              <a:rPr lang="en-IN" sz="1600" b="1" cap="none" dirty="0" err="1">
                <a:solidFill>
                  <a:schemeClr val="bg2">
                    <a:lumMod val="50000"/>
                  </a:schemeClr>
                </a:solidFill>
              </a:rPr>
              <a:t>payments</a:t>
            </a:r>
            <a:r>
              <a:rPr lang="en-IN" sz="1600" cap="none" dirty="0">
                <a:solidFill>
                  <a:schemeClr val="bg2">
                    <a:lumMod val="50000"/>
                  </a:schemeClr>
                </a:solidFill>
              </a:rPr>
              <a:t>;	</a:t>
            </a:r>
          </a:p>
        </p:txBody>
      </p:sp>
      <p:pic>
        <p:nvPicPr>
          <p:cNvPr id="8" name="Picture 7">
            <a:extLst>
              <a:ext uri="{FF2B5EF4-FFF2-40B4-BE49-F238E27FC236}">
                <a16:creationId xmlns:a16="http://schemas.microsoft.com/office/drawing/2014/main" id="{161E65C8-211D-CD6B-9889-A2C87DD0F3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6054" y="1153482"/>
            <a:ext cx="3306230" cy="3359523"/>
          </a:xfrm>
          <a:prstGeom prst="rect">
            <a:avLst/>
          </a:prstGeom>
        </p:spPr>
      </p:pic>
      <p:pic>
        <p:nvPicPr>
          <p:cNvPr id="10" name="Picture 9">
            <a:extLst>
              <a:ext uri="{FF2B5EF4-FFF2-40B4-BE49-F238E27FC236}">
                <a16:creationId xmlns:a16="http://schemas.microsoft.com/office/drawing/2014/main" id="{28EDB084-05DE-4077-BFF0-04CD022653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812890"/>
            <a:ext cx="4653223" cy="587952"/>
          </a:xfrm>
          <a:prstGeom prst="rect">
            <a:avLst/>
          </a:prstGeom>
        </p:spPr>
      </p:pic>
    </p:spTree>
    <p:extLst>
      <p:ext uri="{BB962C8B-B14F-4D97-AF65-F5344CB8AC3E}">
        <p14:creationId xmlns:p14="http://schemas.microsoft.com/office/powerpoint/2010/main" val="3818378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A0B02-108C-9693-6CAB-070263D4CF6C}"/>
              </a:ext>
            </a:extLst>
          </p:cNvPr>
          <p:cNvSpPr>
            <a:spLocks noGrp="1"/>
          </p:cNvSpPr>
          <p:nvPr>
            <p:ph type="title"/>
          </p:nvPr>
        </p:nvSpPr>
        <p:spPr>
          <a:xfrm>
            <a:off x="-1" y="0"/>
            <a:ext cx="12192000" cy="688257"/>
          </a:xfrm>
          <a:solidFill>
            <a:schemeClr val="bg2"/>
          </a:solidFill>
        </p:spPr>
        <p:txBody>
          <a:bodyPr vert="horz" lIns="72000" tIns="180000" rIns="91440" bIns="45720" rtlCol="0" anchor="t">
            <a:normAutofit fontScale="90000"/>
          </a:bodyPr>
          <a:lstStyle/>
          <a:p>
            <a:pPr algn="l"/>
            <a:r>
              <a:rPr lang="en-IN" sz="2200" b="1" cap="none" dirty="0">
                <a:solidFill>
                  <a:schemeClr val="bg2">
                    <a:lumMod val="50000"/>
                  </a:schemeClr>
                </a:solidFill>
              </a:rPr>
              <a:t>Display The Top 5 Highest-paying Members ?</a:t>
            </a:r>
            <a:br>
              <a:rPr lang="en-IN" sz="2400" dirty="0"/>
            </a:br>
            <a:endParaRPr lang="en-IN" sz="2200" b="1" dirty="0">
              <a:solidFill>
                <a:schemeClr val="bg2">
                  <a:lumMod val="50000"/>
                </a:schemeClr>
              </a:solidFill>
            </a:endParaRPr>
          </a:p>
        </p:txBody>
      </p:sp>
      <p:pic>
        <p:nvPicPr>
          <p:cNvPr id="6" name="Content Placeholder 5">
            <a:extLst>
              <a:ext uri="{FF2B5EF4-FFF2-40B4-BE49-F238E27FC236}">
                <a16:creationId xmlns:a16="http://schemas.microsoft.com/office/drawing/2014/main" id="{8D724708-EAEC-4AA7-E7D8-2C516AB415D7}"/>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 y="1111046"/>
            <a:ext cx="4343965" cy="2203011"/>
          </a:xfrm>
          <a:prstGeom prst="rect">
            <a:avLst/>
          </a:prstGeom>
        </p:spPr>
      </p:pic>
      <p:sp>
        <p:nvSpPr>
          <p:cNvPr id="4" name="Content Placeholder 3">
            <a:extLst>
              <a:ext uri="{FF2B5EF4-FFF2-40B4-BE49-F238E27FC236}">
                <a16:creationId xmlns:a16="http://schemas.microsoft.com/office/drawing/2014/main" id="{4DA53517-CFBD-F7EC-B7B3-1D00E9D26D3A}"/>
              </a:ext>
            </a:extLst>
          </p:cNvPr>
          <p:cNvSpPr>
            <a:spLocks noGrp="1"/>
          </p:cNvSpPr>
          <p:nvPr>
            <p:ph sz="quarter" idx="14"/>
          </p:nvPr>
        </p:nvSpPr>
        <p:spPr>
          <a:xfrm>
            <a:off x="7954296" y="1111046"/>
            <a:ext cx="4237704" cy="4680154"/>
          </a:xfrm>
        </p:spPr>
        <p:txBody>
          <a:bodyPr>
            <a:noAutofit/>
          </a:bodyPr>
          <a:lstStyle/>
          <a:p>
            <a:pPr marL="0" indent="0">
              <a:buNone/>
            </a:pPr>
            <a:r>
              <a:rPr lang="en-US" sz="1600" b="1" cap="none" dirty="0">
                <a:solidFill>
                  <a:schemeClr val="bg2">
                    <a:lumMod val="50000"/>
                  </a:schemeClr>
                </a:solidFill>
              </a:rPr>
              <a:t>Syntax</a:t>
            </a:r>
            <a:r>
              <a:rPr lang="en-US" sz="1600" cap="none" dirty="0">
                <a:solidFill>
                  <a:schemeClr val="bg2">
                    <a:lumMod val="50000"/>
                  </a:schemeClr>
                </a:solidFill>
              </a:rPr>
              <a:t> : </a:t>
            </a:r>
          </a:p>
          <a:p>
            <a:pPr marL="0" indent="0">
              <a:buNone/>
            </a:pPr>
            <a:r>
              <a:rPr lang="en-US" sz="1600" cap="none" dirty="0">
                <a:solidFill>
                  <a:schemeClr val="bg2">
                    <a:lumMod val="50000"/>
                  </a:schemeClr>
                </a:solidFill>
              </a:rPr>
              <a:t>CREATE VIEW Top5_payments AS</a:t>
            </a:r>
          </a:p>
          <a:p>
            <a:pPr marL="0" indent="0">
              <a:buNone/>
            </a:pPr>
            <a:r>
              <a:rPr lang="en-US" sz="1600" cap="none" dirty="0">
                <a:solidFill>
                  <a:schemeClr val="bg2">
                    <a:lumMod val="50000"/>
                  </a:schemeClr>
                </a:solidFill>
              </a:rPr>
              <a:t>Select</a:t>
            </a:r>
          </a:p>
          <a:p>
            <a:pPr marL="0" indent="0">
              <a:buNone/>
            </a:pPr>
            <a:r>
              <a:rPr lang="en-US" sz="1600" cap="none" dirty="0">
                <a:solidFill>
                  <a:schemeClr val="bg2">
                    <a:lumMod val="50000"/>
                  </a:schemeClr>
                </a:solidFill>
              </a:rPr>
              <a:t> </a:t>
            </a:r>
            <a:r>
              <a:rPr lang="en-US" sz="1600" cap="none" dirty="0" err="1">
                <a:solidFill>
                  <a:schemeClr val="bg2">
                    <a:lumMod val="50000"/>
                  </a:schemeClr>
                </a:solidFill>
              </a:rPr>
              <a:t>M.First_name</a:t>
            </a:r>
            <a:r>
              <a:rPr lang="en-US" sz="1600" cap="none" dirty="0">
                <a:solidFill>
                  <a:schemeClr val="bg2">
                    <a:lumMod val="50000"/>
                  </a:schemeClr>
                </a:solidFill>
              </a:rPr>
              <a:t>,       </a:t>
            </a:r>
          </a:p>
          <a:p>
            <a:pPr marL="0" indent="0">
              <a:buNone/>
            </a:pPr>
            <a:r>
              <a:rPr lang="en-US" sz="1600" cap="none" dirty="0" err="1">
                <a:solidFill>
                  <a:schemeClr val="bg2">
                    <a:lumMod val="50000"/>
                  </a:schemeClr>
                </a:solidFill>
              </a:rPr>
              <a:t>M.Last_name</a:t>
            </a:r>
            <a:r>
              <a:rPr lang="en-US" sz="1600" cap="none" dirty="0">
                <a:solidFill>
                  <a:schemeClr val="bg2">
                    <a:lumMod val="50000"/>
                  </a:schemeClr>
                </a:solidFill>
              </a:rPr>
              <a:t>,       </a:t>
            </a:r>
          </a:p>
          <a:p>
            <a:pPr marL="0" indent="0">
              <a:buNone/>
            </a:pPr>
            <a:r>
              <a:rPr lang="en-US" sz="1600" cap="none" dirty="0" err="1">
                <a:solidFill>
                  <a:schemeClr val="bg2">
                    <a:lumMod val="50000"/>
                  </a:schemeClr>
                </a:solidFill>
              </a:rPr>
              <a:t>P.Amount</a:t>
            </a:r>
            <a:endParaRPr lang="en-US" sz="1600" cap="none" dirty="0">
              <a:solidFill>
                <a:schemeClr val="bg2">
                  <a:lumMod val="50000"/>
                </a:schemeClr>
              </a:solidFill>
            </a:endParaRPr>
          </a:p>
          <a:p>
            <a:pPr marL="0" indent="0">
              <a:buNone/>
            </a:pPr>
            <a:r>
              <a:rPr lang="en-US" sz="1600" cap="none" dirty="0">
                <a:solidFill>
                  <a:schemeClr val="bg2">
                    <a:lumMod val="50000"/>
                  </a:schemeClr>
                </a:solidFill>
              </a:rPr>
              <a:t>FROM Members M</a:t>
            </a:r>
          </a:p>
          <a:p>
            <a:pPr marL="0" indent="0">
              <a:buNone/>
            </a:pPr>
            <a:r>
              <a:rPr lang="en-US" sz="1600" cap="none" dirty="0">
                <a:solidFill>
                  <a:schemeClr val="bg2">
                    <a:lumMod val="50000"/>
                  </a:schemeClr>
                </a:solidFill>
              </a:rPr>
              <a:t>JOIN Payments P</a:t>
            </a:r>
          </a:p>
          <a:p>
            <a:pPr marL="0" indent="0">
              <a:buNone/>
            </a:pPr>
            <a:r>
              <a:rPr lang="en-US" sz="1600" cap="none" dirty="0">
                <a:solidFill>
                  <a:schemeClr val="bg2">
                    <a:lumMod val="50000"/>
                  </a:schemeClr>
                </a:solidFill>
              </a:rPr>
              <a:t>ON </a:t>
            </a:r>
            <a:r>
              <a:rPr lang="en-US" sz="1600" cap="none" dirty="0" err="1">
                <a:solidFill>
                  <a:schemeClr val="bg2">
                    <a:lumMod val="50000"/>
                  </a:schemeClr>
                </a:solidFill>
              </a:rPr>
              <a:t>M.Member_id</a:t>
            </a:r>
            <a:r>
              <a:rPr lang="en-US" sz="1600" cap="none" dirty="0">
                <a:solidFill>
                  <a:schemeClr val="bg2">
                    <a:lumMod val="50000"/>
                  </a:schemeClr>
                </a:solidFill>
              </a:rPr>
              <a:t>=</a:t>
            </a:r>
            <a:r>
              <a:rPr lang="en-US" sz="1600" cap="none" dirty="0" err="1">
                <a:solidFill>
                  <a:schemeClr val="bg2">
                    <a:lumMod val="50000"/>
                  </a:schemeClr>
                </a:solidFill>
              </a:rPr>
              <a:t>p.Member_id</a:t>
            </a:r>
            <a:endParaRPr lang="en-US" sz="1600" cap="none" dirty="0">
              <a:solidFill>
                <a:schemeClr val="bg2">
                  <a:lumMod val="50000"/>
                </a:schemeClr>
              </a:solidFill>
            </a:endParaRPr>
          </a:p>
          <a:p>
            <a:pPr marL="0" indent="0">
              <a:buNone/>
            </a:pPr>
            <a:r>
              <a:rPr lang="en-US" sz="1600" cap="none" dirty="0">
                <a:solidFill>
                  <a:schemeClr val="bg2">
                    <a:lumMod val="50000"/>
                  </a:schemeClr>
                </a:solidFill>
              </a:rPr>
              <a:t>ORDER BY </a:t>
            </a:r>
            <a:r>
              <a:rPr lang="en-US" sz="1600" cap="none" dirty="0" err="1">
                <a:solidFill>
                  <a:schemeClr val="bg2">
                    <a:lumMod val="50000"/>
                  </a:schemeClr>
                </a:solidFill>
              </a:rPr>
              <a:t>P.Amount</a:t>
            </a:r>
            <a:r>
              <a:rPr lang="en-US" sz="1600" cap="none" dirty="0">
                <a:solidFill>
                  <a:schemeClr val="bg2">
                    <a:lumMod val="50000"/>
                  </a:schemeClr>
                </a:solidFill>
              </a:rPr>
              <a:t> DESC</a:t>
            </a:r>
          </a:p>
          <a:p>
            <a:pPr marL="0" indent="0">
              <a:buNone/>
            </a:pPr>
            <a:r>
              <a:rPr lang="en-US" sz="1600" cap="none" dirty="0">
                <a:solidFill>
                  <a:schemeClr val="bg2">
                    <a:lumMod val="50000"/>
                  </a:schemeClr>
                </a:solidFill>
              </a:rPr>
              <a:t>Limit 5;</a:t>
            </a:r>
          </a:p>
          <a:p>
            <a:pPr marL="0" indent="0">
              <a:buNone/>
            </a:pPr>
            <a:r>
              <a:rPr lang="en-US" sz="1600" b="1" cap="none" dirty="0">
                <a:solidFill>
                  <a:schemeClr val="bg2">
                    <a:lumMod val="50000"/>
                  </a:schemeClr>
                </a:solidFill>
              </a:rPr>
              <a:t>Select * From Top5_payments;</a:t>
            </a:r>
            <a:endParaRPr lang="en-IN" sz="1600" b="1" cap="none" dirty="0">
              <a:solidFill>
                <a:schemeClr val="bg2">
                  <a:lumMod val="50000"/>
                </a:schemeClr>
              </a:solidFill>
            </a:endParaRPr>
          </a:p>
        </p:txBody>
      </p:sp>
      <p:pic>
        <p:nvPicPr>
          <p:cNvPr id="8" name="Picture 7">
            <a:extLst>
              <a:ext uri="{FF2B5EF4-FFF2-40B4-BE49-F238E27FC236}">
                <a16:creationId xmlns:a16="http://schemas.microsoft.com/office/drawing/2014/main" id="{0FC58D09-A5EC-8FB9-BA91-261130767C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964" y="2509560"/>
            <a:ext cx="3411792" cy="3064175"/>
          </a:xfrm>
          <a:prstGeom prst="rect">
            <a:avLst/>
          </a:prstGeom>
        </p:spPr>
      </p:pic>
      <p:pic>
        <p:nvPicPr>
          <p:cNvPr id="10" name="Picture 9">
            <a:extLst>
              <a:ext uri="{FF2B5EF4-FFF2-40B4-BE49-F238E27FC236}">
                <a16:creationId xmlns:a16="http://schemas.microsoft.com/office/drawing/2014/main" id="{471B0AA7-513A-758A-FE63-A0FFFC6615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25" y="5663380"/>
            <a:ext cx="4318139" cy="422427"/>
          </a:xfrm>
          <a:prstGeom prst="rect">
            <a:avLst/>
          </a:prstGeom>
        </p:spPr>
      </p:pic>
    </p:spTree>
    <p:extLst>
      <p:ext uri="{BB962C8B-B14F-4D97-AF65-F5344CB8AC3E}">
        <p14:creationId xmlns:p14="http://schemas.microsoft.com/office/powerpoint/2010/main" val="2564013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61351-D82D-D05E-E955-5B0B7B0DD2CE}"/>
              </a:ext>
            </a:extLst>
          </p:cNvPr>
          <p:cNvSpPr>
            <a:spLocks noGrp="1"/>
          </p:cNvSpPr>
          <p:nvPr>
            <p:ph type="title"/>
          </p:nvPr>
        </p:nvSpPr>
        <p:spPr>
          <a:xfrm>
            <a:off x="521110" y="403123"/>
            <a:ext cx="10275335" cy="1963969"/>
          </a:xfrm>
        </p:spPr>
        <p:txBody>
          <a:bodyPr>
            <a:normAutofit/>
          </a:bodyPr>
          <a:lstStyle/>
          <a:p>
            <a:pPr algn="l"/>
            <a:r>
              <a:rPr lang="en-US" sz="4000" b="1" dirty="0">
                <a:solidFill>
                  <a:schemeClr val="tx2"/>
                </a:solidFill>
                <a:latin typeface="Bodoni MT" panose="02070603080606020203" pitchFamily="18" charset="0"/>
              </a:rPr>
              <a:t>Prepared</a:t>
            </a:r>
            <a:r>
              <a:rPr lang="en-US" sz="4000" dirty="0">
                <a:latin typeface="Bodoni MT" panose="02070603080606020203" pitchFamily="18" charset="0"/>
              </a:rPr>
              <a:t> </a:t>
            </a:r>
            <a:r>
              <a:rPr lang="en-US" sz="4000" b="1" dirty="0">
                <a:solidFill>
                  <a:schemeClr val="tx2"/>
                </a:solidFill>
                <a:latin typeface="Bodoni MT" panose="02070603080606020203" pitchFamily="18" charset="0"/>
              </a:rPr>
              <a:t>by</a:t>
            </a:r>
            <a:r>
              <a:rPr lang="en-US" sz="4000" dirty="0">
                <a:latin typeface="Bodoni MT" panose="02070603080606020203" pitchFamily="18" charset="0"/>
              </a:rPr>
              <a:t> :</a:t>
            </a:r>
            <a:endParaRPr lang="en-IN" sz="4000" dirty="0">
              <a:latin typeface="Bodoni MT" panose="02070603080606020203" pitchFamily="18" charset="0"/>
            </a:endParaRPr>
          </a:p>
        </p:txBody>
      </p:sp>
      <p:sp>
        <p:nvSpPr>
          <p:cNvPr id="3" name="Content Placeholder 2">
            <a:extLst>
              <a:ext uri="{FF2B5EF4-FFF2-40B4-BE49-F238E27FC236}">
                <a16:creationId xmlns:a16="http://schemas.microsoft.com/office/drawing/2014/main" id="{0271339B-F2FA-FB16-2661-1551C93ED465}"/>
              </a:ext>
            </a:extLst>
          </p:cNvPr>
          <p:cNvSpPr>
            <a:spLocks noGrp="1"/>
          </p:cNvSpPr>
          <p:nvPr>
            <p:ph sz="quarter" idx="13"/>
          </p:nvPr>
        </p:nvSpPr>
        <p:spPr/>
        <p:txBody>
          <a:bodyPr/>
          <a:lstStyle/>
          <a:p>
            <a:pPr marL="0" indent="0">
              <a:buNone/>
            </a:pPr>
            <a:r>
              <a:rPr lang="en-US" sz="2400" cap="none" dirty="0">
                <a:solidFill>
                  <a:schemeClr val="tx2"/>
                </a:solidFill>
                <a:latin typeface="Cascadia Code" panose="020B0609020000020004" pitchFamily="49" charset="0"/>
                <a:ea typeface="Cascadia Code" panose="020B0609020000020004" pitchFamily="49" charset="0"/>
                <a:cs typeface="Cascadia Code" panose="020B0609020000020004" pitchFamily="49" charset="0"/>
              </a:rPr>
              <a:t>JAMADAR SALWA ABDULKADER</a:t>
            </a:r>
          </a:p>
          <a:p>
            <a:pPr marL="0" indent="0">
              <a:buNone/>
            </a:pPr>
            <a:r>
              <a:rPr lang="en-US" sz="2400" cap="none" dirty="0">
                <a:solidFill>
                  <a:schemeClr val="tx2"/>
                </a:solidFill>
                <a:latin typeface="Cascadia Code" panose="020B0609020000020004" pitchFamily="49" charset="0"/>
                <a:ea typeface="Cascadia Code" panose="020B0609020000020004" pitchFamily="49" charset="0"/>
                <a:cs typeface="Cascadia Code" panose="020B0609020000020004" pitchFamily="49" charset="0"/>
              </a:rPr>
              <a:t>IT VEDANT</a:t>
            </a:r>
            <a:r>
              <a:rPr lang="en-IN" sz="2400" cap="none" dirty="0">
                <a:solidFill>
                  <a:schemeClr val="tx2"/>
                </a:solidFill>
                <a:latin typeface="Cascadia Code" panose="020B0609020000020004" pitchFamily="49" charset="0"/>
                <a:ea typeface="Cascadia Code" panose="020B0609020000020004" pitchFamily="49" charset="0"/>
                <a:cs typeface="Cascadia Code" panose="020B0609020000020004" pitchFamily="49" charset="0"/>
              </a:rPr>
              <a:t> T380</a:t>
            </a:r>
          </a:p>
          <a:p>
            <a:pPr marL="0" indent="0">
              <a:buNone/>
            </a:pPr>
            <a:endParaRPr lang="en-US" dirty="0"/>
          </a:p>
        </p:txBody>
      </p:sp>
      <p:pic>
        <p:nvPicPr>
          <p:cNvPr id="6" name="Content Placeholder 5">
            <a:extLst>
              <a:ext uri="{FF2B5EF4-FFF2-40B4-BE49-F238E27FC236}">
                <a16:creationId xmlns:a16="http://schemas.microsoft.com/office/drawing/2014/main" id="{2CCE3CD9-9040-63EC-6511-E2F97AAF595E}"/>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6019801" y="0"/>
            <a:ext cx="6172200" cy="6858000"/>
          </a:xfrm>
          <a:prstGeom prst="rect">
            <a:avLst/>
          </a:prstGeom>
        </p:spPr>
      </p:pic>
    </p:spTree>
    <p:extLst>
      <p:ext uri="{BB962C8B-B14F-4D97-AF65-F5344CB8AC3E}">
        <p14:creationId xmlns:p14="http://schemas.microsoft.com/office/powerpoint/2010/main" val="41422170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777E-B572-2DCD-2FC6-80BDCC306FC7}"/>
              </a:ext>
            </a:extLst>
          </p:cNvPr>
          <p:cNvSpPr>
            <a:spLocks noGrp="1"/>
          </p:cNvSpPr>
          <p:nvPr>
            <p:ph type="title"/>
          </p:nvPr>
        </p:nvSpPr>
        <p:spPr>
          <a:xfrm>
            <a:off x="913775" y="2113936"/>
            <a:ext cx="10364451" cy="2625212"/>
          </a:xfrm>
        </p:spPr>
        <p:txBody>
          <a:bodyPr>
            <a:normAutofit/>
          </a:bodyPr>
          <a:lstStyle/>
          <a:p>
            <a:r>
              <a:rPr lang="en-US" sz="6600" b="1" dirty="0">
                <a:solidFill>
                  <a:schemeClr val="tx2"/>
                </a:solidFill>
              </a:rPr>
              <a:t>Thank</a:t>
            </a:r>
            <a:r>
              <a:rPr lang="en-US" sz="6600" dirty="0"/>
              <a:t> </a:t>
            </a:r>
            <a:r>
              <a:rPr lang="en-US" sz="6600" b="1" dirty="0">
                <a:solidFill>
                  <a:schemeClr val="tx2"/>
                </a:solidFill>
              </a:rPr>
              <a:t>you</a:t>
            </a:r>
            <a:r>
              <a:rPr lang="en-US" sz="6600" dirty="0"/>
              <a:t> </a:t>
            </a:r>
            <a:endParaRPr lang="en-IN" sz="6600" dirty="0"/>
          </a:p>
        </p:txBody>
      </p:sp>
    </p:spTree>
    <p:extLst>
      <p:ext uri="{BB962C8B-B14F-4D97-AF65-F5344CB8AC3E}">
        <p14:creationId xmlns:p14="http://schemas.microsoft.com/office/powerpoint/2010/main" val="3580733315"/>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926</TotalTime>
  <Words>1337</Words>
  <Application>Microsoft Office PowerPoint</Application>
  <PresentationFormat>Widescreen</PresentationFormat>
  <Paragraphs>200</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Aptos Narrow</vt:lpstr>
      <vt:lpstr>Arial</vt:lpstr>
      <vt:lpstr>Bodoni MT</vt:lpstr>
      <vt:lpstr>Cascadia Code</vt:lpstr>
      <vt:lpstr>Tw Cen MT</vt:lpstr>
      <vt:lpstr>Droplet</vt:lpstr>
      <vt:lpstr>GYM Management system</vt:lpstr>
      <vt:lpstr>abstract</vt:lpstr>
      <vt:lpstr>ER Diagram</vt:lpstr>
      <vt:lpstr>Structure of Table </vt:lpstr>
      <vt:lpstr>Members Table</vt:lpstr>
      <vt:lpstr>Trainers Table</vt:lpstr>
      <vt:lpstr>Payments Table</vt:lpstr>
      <vt:lpstr>Attendance Table</vt:lpstr>
      <vt:lpstr>Contents Of Table  </vt:lpstr>
      <vt:lpstr>Members Table</vt:lpstr>
      <vt:lpstr>Trainers Table</vt:lpstr>
      <vt:lpstr>Payments Table</vt:lpstr>
      <vt:lpstr>Attendance Table</vt:lpstr>
      <vt:lpstr>.. </vt:lpstr>
      <vt:lpstr>Display The Names Of MEMBERS Who Have Taken The Most Expensive Membership Plan ?</vt:lpstr>
      <vt:lpstr>Display The Names Of Members Whose Payment Amount Is Greater Than The Average Payment Amount ?</vt:lpstr>
      <vt:lpstr>Display The Names Of Members Who Have A Membership Plan Costing More Than ₹5000 ?</vt:lpstr>
      <vt:lpstr> Display The Names Of Members Who Have Selected A Membership Plan With A Duration Of More Than 6 Months?</vt:lpstr>
      <vt:lpstr>Display The Trainer Names Along With The Member Names And Join Date For Members Who Joined After 1 April 2026 ?</vt:lpstr>
      <vt:lpstr>.. </vt:lpstr>
      <vt:lpstr>Display  Each Member's Name Along With Their Membership Plan ? </vt:lpstr>
      <vt:lpstr>   Display Each Member's Attendance Details? </vt:lpstr>
      <vt:lpstr> Display all members along with their trainers. </vt:lpstr>
      <vt:lpstr>Display All Trainers Along With The Members Assigned To Them?</vt:lpstr>
      <vt:lpstr>Display Members Who Have Paid More Than ₹5000 Along With Their Membership Plan?</vt:lpstr>
      <vt:lpstr>.. </vt:lpstr>
      <vt:lpstr>Display Member Names Along With Their Payment Details ?</vt:lpstr>
      <vt:lpstr>Display Members Who Made Payments Using UPI ? </vt:lpstr>
      <vt:lpstr>Display The Top 5 Highest-paying Members ? </vt:lpstr>
      <vt:lpstr>Prepared by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salwa.j005@hotmail.com</dc:creator>
  <cp:lastModifiedBy>salwa.j005@hotmail.com</cp:lastModifiedBy>
  <cp:revision>1</cp:revision>
  <dcterms:created xsi:type="dcterms:W3CDTF">2026-07-18T13:37:15Z</dcterms:created>
  <dcterms:modified xsi:type="dcterms:W3CDTF">2026-08-05T11:09:04Z</dcterms:modified>
</cp:coreProperties>
</file>